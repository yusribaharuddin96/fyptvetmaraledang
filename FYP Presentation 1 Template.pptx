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8288000" cy="10287000"/>
  <p:notesSz cx="6858000" cy="9144000"/>
  <p:embeddedFontLst>
    <p:embeddedFont>
      <p:font typeface="Arimo" panose="020B0604020202020204" charset="0"/>
      <p:regular r:id="rId19"/>
    </p:embeddedFont>
    <p:embeddedFont>
      <p:font typeface="Arimo Bold" panose="020B0604020202020204" charset="0"/>
      <p:regular r:id="rId20"/>
    </p:embeddedFont>
    <p:embeddedFont>
      <p:font typeface="Arimo Italics" panose="020B0604020202020204" charset="0"/>
      <p:regular r:id="rId21"/>
    </p:embeddedFont>
    <p:embeddedFont>
      <p:font typeface="Have Heart One" panose="020B0604020202020204" charset="0"/>
      <p:regular r:id="rId22"/>
    </p:embeddedFont>
    <p:embeddedFont>
      <p:font typeface="Helvetica" panose="020B0604020202020204" pitchFamily="34" charset="0"/>
      <p:regular r:id="rId23"/>
      <p:bold r:id="rId24"/>
      <p:italic r:id="rId25"/>
      <p:boldItalic r:id="rId26"/>
    </p:embeddedFont>
    <p:embeddedFont>
      <p:font typeface="Helvetica Bold" panose="020B0604020202020204" charset="0"/>
      <p:regular r:id="rId27"/>
    </p:embeddedFont>
    <p:embeddedFont>
      <p:font typeface="Helvetica Italics" panose="020B0604020202020204" charset="0"/>
      <p:regular r:id="rId28"/>
    </p:embeddedFont>
    <p:embeddedFont>
      <p:font typeface="Inter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C02D10-18D6-1F05-5331-9C6B68B0C454}" v="2" dt="2026-08-07T03:21:55.504"/>
    <p1510:client id="{D9092EB8-0A29-FC66-ACDF-D051376FA85C}" v="1" dt="2026-08-05T09:32:49.918"/>
    <p1510:client id="{DA874CDC-6E1B-D415-A320-41963285CCD1}" v="5" dt="2026-08-07T03:46:43.566"/>
    <p1510:client id="{F442DA04-97FE-88E3-5DC5-37730B50B31F}" v="2" dt="2026-08-07T03:50:19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7536b18-9193-4daf-9ac1-ebc36948e6f7::" providerId="AD" clId="Web-{1F5323F4-F753-6C28-E41E-0477D1A3974D}"/>
    <pc:docChg chg="modSld sldOrd">
      <pc:chgData name="Guest User" userId="S::urn:spo:tenantanon#77536b18-9193-4daf-9ac1-ebc36948e6f7::" providerId="AD" clId="Web-{1F5323F4-F753-6C28-E41E-0477D1A3974D}" dt="2026-07-24T03:13:32.947" v="1" actId="1076"/>
      <pc:docMkLst>
        <pc:docMk/>
      </pc:docMkLst>
      <pc:sldChg chg="ord">
        <pc:chgData name="Guest User" userId="S::urn:spo:tenantanon#77536b18-9193-4daf-9ac1-ebc36948e6f7::" providerId="AD" clId="Web-{1F5323F4-F753-6C28-E41E-0477D1A3974D}" dt="2026-07-24T03:10:32.143" v="0"/>
        <pc:sldMkLst>
          <pc:docMk/>
          <pc:sldMk cId="0" sldId="271"/>
        </pc:sldMkLst>
      </pc:sldChg>
      <pc:sldChg chg="modSp">
        <pc:chgData name="Guest User" userId="S::urn:spo:tenantanon#77536b18-9193-4daf-9ac1-ebc36948e6f7::" providerId="AD" clId="Web-{1F5323F4-F753-6C28-E41E-0477D1A3974D}" dt="2026-07-24T03:13:32.947" v="1" actId="1076"/>
        <pc:sldMkLst>
          <pc:docMk/>
          <pc:sldMk cId="0" sldId="272"/>
        </pc:sldMkLst>
        <pc:spChg chg="mod">
          <ac:chgData name="Guest User" userId="S::urn:spo:tenantanon#77536b18-9193-4daf-9ac1-ebc36948e6f7::" providerId="AD" clId="Web-{1F5323F4-F753-6C28-E41E-0477D1A3974D}" dt="2026-07-24T03:13:32.947" v="1" actId="1076"/>
          <ac:spMkLst>
            <pc:docMk/>
            <pc:sldMk cId="0" sldId="272"/>
            <ac:spMk id="2" creationId="{00000000-0000-0000-0000-000000000000}"/>
          </ac:spMkLst>
        </pc:spChg>
      </pc:sldChg>
    </pc:docChg>
  </pc:docChgLst>
  <pc:docChgLst>
    <pc:chgData name="Guest User" userId="S::urn:spo:tenantanon#77536b18-9193-4daf-9ac1-ebc36948e6f7::" providerId="AD" clId="Web-{DA874CDC-6E1B-D415-A320-41963285CCD1}"/>
    <pc:docChg chg="modSld">
      <pc:chgData name="Guest User" userId="S::urn:spo:tenantanon#77536b18-9193-4daf-9ac1-ebc36948e6f7::" providerId="AD" clId="Web-{DA874CDC-6E1B-D415-A320-41963285CCD1}" dt="2026-08-07T03:46:43.566" v="4" actId="1076"/>
      <pc:docMkLst>
        <pc:docMk/>
      </pc:docMkLst>
      <pc:sldChg chg="modSp">
        <pc:chgData name="Guest User" userId="S::urn:spo:tenantanon#77536b18-9193-4daf-9ac1-ebc36948e6f7::" providerId="AD" clId="Web-{DA874CDC-6E1B-D415-A320-41963285CCD1}" dt="2026-08-07T03:46:43.566" v="4" actId="1076"/>
        <pc:sldMkLst>
          <pc:docMk/>
          <pc:sldMk cId="0" sldId="266"/>
        </pc:sldMkLst>
        <pc:spChg chg="mod">
          <ac:chgData name="Guest User" userId="S::urn:spo:tenantanon#77536b18-9193-4daf-9ac1-ebc36948e6f7::" providerId="AD" clId="Web-{DA874CDC-6E1B-D415-A320-41963285CCD1}" dt="2026-08-07T03:33:57.238" v="1" actId="1076"/>
          <ac:spMkLst>
            <pc:docMk/>
            <pc:sldMk cId="0" sldId="266"/>
            <ac:spMk id="2" creationId="{00000000-0000-0000-0000-000000000000}"/>
          </ac:spMkLst>
        </pc:spChg>
        <pc:grpChg chg="mod">
          <ac:chgData name="Guest User" userId="S::urn:spo:tenantanon#77536b18-9193-4daf-9ac1-ebc36948e6f7::" providerId="AD" clId="Web-{DA874CDC-6E1B-D415-A320-41963285CCD1}" dt="2026-08-07T03:46:43.566" v="4" actId="1076"/>
          <ac:grpSpMkLst>
            <pc:docMk/>
            <pc:sldMk cId="0" sldId="266"/>
            <ac:grpSpMk id="49" creationId="{00000000-0000-0000-0000-000000000000}"/>
          </ac:grpSpMkLst>
        </pc:grpChg>
      </pc:sldChg>
    </pc:docChg>
  </pc:docChgLst>
  <pc:docChgLst>
    <pc:chgData name="Guest User" userId="S::urn:spo:tenantanon#77536b18-9193-4daf-9ac1-ebc36948e6f7::" providerId="AD" clId="Web-{F442DA04-97FE-88E3-5DC5-37730B50B31F}"/>
    <pc:docChg chg="modSld">
      <pc:chgData name="Guest User" userId="S::urn:spo:tenantanon#77536b18-9193-4daf-9ac1-ebc36948e6f7::" providerId="AD" clId="Web-{F442DA04-97FE-88E3-5DC5-37730B50B31F}" dt="2026-08-07T03:50:19.461" v="1" actId="1076"/>
      <pc:docMkLst>
        <pc:docMk/>
      </pc:docMkLst>
      <pc:sldChg chg="modSp">
        <pc:chgData name="Guest User" userId="S::urn:spo:tenantanon#77536b18-9193-4daf-9ac1-ebc36948e6f7::" providerId="AD" clId="Web-{F442DA04-97FE-88E3-5DC5-37730B50B31F}" dt="2026-08-07T03:50:19.461" v="1" actId="1076"/>
        <pc:sldMkLst>
          <pc:docMk/>
          <pc:sldMk cId="0" sldId="266"/>
        </pc:sldMkLst>
        <pc:spChg chg="mod">
          <ac:chgData name="Guest User" userId="S::urn:spo:tenantanon#77536b18-9193-4daf-9ac1-ebc36948e6f7::" providerId="AD" clId="Web-{F442DA04-97FE-88E3-5DC5-37730B50B31F}" dt="2026-08-07T03:50:19.461" v="1" actId="1076"/>
          <ac:spMkLst>
            <pc:docMk/>
            <pc:sldMk cId="0" sldId="266"/>
            <ac:spMk id="2" creationId="{00000000-0000-0000-0000-000000000000}"/>
          </ac:spMkLst>
        </pc:spChg>
      </pc:sldChg>
    </pc:docChg>
  </pc:docChgLst>
  <pc:docChgLst>
    <pc:chgData name="Guest User" userId="S::urn:spo:tenantanon#77536b18-9193-4daf-9ac1-ebc36948e6f7::" providerId="AD" clId="Web-{05C02D10-18D6-1F05-5331-9C6B68B0C454}"/>
    <pc:docChg chg="modSld">
      <pc:chgData name="Guest User" userId="S::urn:spo:tenantanon#77536b18-9193-4daf-9ac1-ebc36948e6f7::" providerId="AD" clId="Web-{05C02D10-18D6-1F05-5331-9C6B68B0C454}" dt="2026-08-07T03:21:55.504" v="1" actId="1076"/>
      <pc:docMkLst>
        <pc:docMk/>
      </pc:docMkLst>
      <pc:sldChg chg="modSp">
        <pc:chgData name="Guest User" userId="S::urn:spo:tenantanon#77536b18-9193-4daf-9ac1-ebc36948e6f7::" providerId="AD" clId="Web-{05C02D10-18D6-1F05-5331-9C6B68B0C454}" dt="2026-08-07T03:21:55.504" v="1" actId="1076"/>
        <pc:sldMkLst>
          <pc:docMk/>
          <pc:sldMk cId="0" sldId="256"/>
        </pc:sldMkLst>
        <pc:spChg chg="mod">
          <ac:chgData name="Guest User" userId="S::urn:spo:tenantanon#77536b18-9193-4daf-9ac1-ebc36948e6f7::" providerId="AD" clId="Web-{05C02D10-18D6-1F05-5331-9C6B68B0C454}" dt="2026-08-07T03:21:55.504" v="1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Guest User" userId="S::urn:spo:tenantanon#77536b18-9193-4daf-9ac1-ebc36948e6f7::" providerId="AD" clId="Web-{90481EC4-42A8-0567-53FF-519F94674596}"/>
    <pc:docChg chg="modSld">
      <pc:chgData name="Guest User" userId="S::urn:spo:tenantanon#77536b18-9193-4daf-9ac1-ebc36948e6f7::" providerId="AD" clId="Web-{90481EC4-42A8-0567-53FF-519F94674596}" dt="2026-08-02T15:11:53.283" v="2" actId="1076"/>
      <pc:docMkLst>
        <pc:docMk/>
      </pc:docMkLst>
      <pc:sldChg chg="modSp">
        <pc:chgData name="Guest User" userId="S::urn:spo:tenantanon#77536b18-9193-4daf-9ac1-ebc36948e6f7::" providerId="AD" clId="Web-{90481EC4-42A8-0567-53FF-519F94674596}" dt="2026-08-02T15:11:53.283" v="2" actId="1076"/>
        <pc:sldMkLst>
          <pc:docMk/>
          <pc:sldMk cId="0" sldId="272"/>
        </pc:sldMkLst>
        <pc:spChg chg="mod">
          <ac:chgData name="Guest User" userId="S::urn:spo:tenantanon#77536b18-9193-4daf-9ac1-ebc36948e6f7::" providerId="AD" clId="Web-{90481EC4-42A8-0567-53FF-519F94674596}" dt="2026-08-02T15:11:53.283" v="2" actId="1076"/>
          <ac:spMkLst>
            <pc:docMk/>
            <pc:sldMk cId="0" sldId="272"/>
            <ac:spMk id="2" creationId="{00000000-0000-0000-0000-000000000000}"/>
          </ac:spMkLst>
        </pc:spChg>
        <pc:grpChg chg="mod">
          <ac:chgData name="Guest User" userId="S::urn:spo:tenantanon#77536b18-9193-4daf-9ac1-ebc36948e6f7::" providerId="AD" clId="Web-{90481EC4-42A8-0567-53FF-519F94674596}" dt="2026-08-02T15:11:50.564" v="1" actId="1076"/>
          <ac:grpSpMkLst>
            <pc:docMk/>
            <pc:sldMk cId="0" sldId="272"/>
            <ac:grpSpMk id="3" creationId="{00000000-0000-0000-0000-000000000000}"/>
          </ac:grpSpMkLst>
        </pc:grpChg>
      </pc:sldChg>
    </pc:docChg>
  </pc:docChgLst>
  <pc:docChgLst>
    <pc:chgData name="Guest User" userId="S::urn:spo:tenantanon#77536b18-9193-4daf-9ac1-ebc36948e6f7::" providerId="AD" clId="Web-{E6F8E2F8-6807-822A-219F-D8A57AB60DC7}"/>
    <pc:docChg chg="modSld">
      <pc:chgData name="Guest User" userId="S::urn:spo:tenantanon#77536b18-9193-4daf-9ac1-ebc36948e6f7::" providerId="AD" clId="Web-{E6F8E2F8-6807-822A-219F-D8A57AB60DC7}" dt="2026-07-24T02:43:38.818" v="0" actId="1076"/>
      <pc:docMkLst>
        <pc:docMk/>
      </pc:docMkLst>
      <pc:sldChg chg="modSp">
        <pc:chgData name="Guest User" userId="S::urn:spo:tenantanon#77536b18-9193-4daf-9ac1-ebc36948e6f7::" providerId="AD" clId="Web-{E6F8E2F8-6807-822A-219F-D8A57AB60DC7}" dt="2026-07-24T02:43:38.818" v="0" actId="1076"/>
        <pc:sldMkLst>
          <pc:docMk/>
          <pc:sldMk cId="0" sldId="258"/>
        </pc:sldMkLst>
        <pc:grpChg chg="mod">
          <ac:chgData name="Guest User" userId="S::urn:spo:tenantanon#77536b18-9193-4daf-9ac1-ebc36948e6f7::" providerId="AD" clId="Web-{E6F8E2F8-6807-822A-219F-D8A57AB60DC7}" dt="2026-07-24T02:43:38.818" v="0" actId="1076"/>
          <ac:grpSpMkLst>
            <pc:docMk/>
            <pc:sldMk cId="0" sldId="258"/>
            <ac:grpSpMk id="16" creationId="{00000000-0000-0000-0000-000000000000}"/>
          </ac:grpSpMkLst>
        </pc:grpChg>
      </pc:sldChg>
    </pc:docChg>
  </pc:docChgLst>
  <pc:docChgLst>
    <pc:chgData name="Guest User" userId="S::urn:spo:tenantanon#77536b18-9193-4daf-9ac1-ebc36948e6f7::" providerId="AD" clId="Web-{D9092EB8-0A29-FC66-ACDF-D051376FA85C}"/>
    <pc:docChg chg="modSld">
      <pc:chgData name="Guest User" userId="S::urn:spo:tenantanon#77536b18-9193-4daf-9ac1-ebc36948e6f7::" providerId="AD" clId="Web-{D9092EB8-0A29-FC66-ACDF-D051376FA85C}" dt="2026-08-05T09:32:49.918" v="0" actId="1076"/>
      <pc:docMkLst>
        <pc:docMk/>
      </pc:docMkLst>
      <pc:sldChg chg="modSp">
        <pc:chgData name="Guest User" userId="S::urn:spo:tenantanon#77536b18-9193-4daf-9ac1-ebc36948e6f7::" providerId="AD" clId="Web-{D9092EB8-0A29-FC66-ACDF-D051376FA85C}" dt="2026-08-05T09:32:49.918" v="0" actId="1076"/>
        <pc:sldMkLst>
          <pc:docMk/>
          <pc:sldMk cId="0" sldId="256"/>
        </pc:sldMkLst>
        <pc:spChg chg="mod">
          <ac:chgData name="Guest User" userId="S::urn:spo:tenantanon#77536b18-9193-4daf-9ac1-ebc36948e6f7::" providerId="AD" clId="Web-{D9092EB8-0A29-FC66-ACDF-D051376FA85C}" dt="2026-08-05T09:32:49.918" v="0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clId="Web-{1F5323F4-F753-6C28-E41E-0477D1A3974D}"/>
    <pc:docChg chg="modSld">
      <pc:chgData name="" userId="" providerId="" clId="Web-{1F5323F4-F753-6C28-E41E-0477D1A3974D}" dt="2026-07-24T02:42:33.428" v="0"/>
      <pc:docMkLst>
        <pc:docMk/>
      </pc:docMkLst>
      <pc:sldChg chg="addSp">
        <pc:chgData name="" userId="" providerId="" clId="Web-{1F5323F4-F753-6C28-E41E-0477D1A3974D}" dt="2026-07-24T02:42:33.428" v="0"/>
        <pc:sldMkLst>
          <pc:docMk/>
          <pc:sldMk cId="0" sldId="256"/>
        </pc:sldMkLst>
        <pc:inkChg chg="add">
          <ac:chgData name="" userId="" providerId="" clId="Web-{1F5323F4-F753-6C28-E41E-0477D1A3974D}" dt="2026-07-24T02:42:33.428" v="0"/>
          <ac:inkMkLst>
            <pc:docMk/>
            <pc:sldMk cId="0" sldId="256"/>
            <ac:inkMk id="19" creationId="{6369030A-B336-59C0-ADF7-E7644972149E}"/>
          </ac:inkMkLst>
        </pc:inkChg>
      </pc:sldChg>
    </pc:docChg>
  </pc:docChgLst>
  <pc:docChgLst>
    <pc:chgData name="Guest User" userId="S::urn:spo:tenantanon#77536b18-9193-4daf-9ac1-ebc36948e6f7::" providerId="AD" clId="Web-{6C8CC31C-8120-7572-8293-0A98BF350E1B}"/>
    <pc:docChg chg="modSld">
      <pc:chgData name="Guest User" userId="S::urn:spo:tenantanon#77536b18-9193-4daf-9ac1-ebc36948e6f7::" providerId="AD" clId="Web-{6C8CC31C-8120-7572-8293-0A98BF350E1B}" dt="2026-07-24T03:06:06.189" v="0" actId="1076"/>
      <pc:docMkLst>
        <pc:docMk/>
      </pc:docMkLst>
      <pc:sldChg chg="modSp">
        <pc:chgData name="Guest User" userId="S::urn:spo:tenantanon#77536b18-9193-4daf-9ac1-ebc36948e6f7::" providerId="AD" clId="Web-{6C8CC31C-8120-7572-8293-0A98BF350E1B}" dt="2026-07-24T03:06:06.189" v="0" actId="1076"/>
        <pc:sldMkLst>
          <pc:docMk/>
          <pc:sldMk cId="0" sldId="266"/>
        </pc:sldMkLst>
        <pc:spChg chg="mod">
          <ac:chgData name="Guest User" userId="S::urn:spo:tenantanon#77536b18-9193-4daf-9ac1-ebc36948e6f7::" providerId="AD" clId="Web-{6C8CC31C-8120-7572-8293-0A98BF350E1B}" dt="2026-07-24T03:06:06.189" v="0" actId="1076"/>
          <ac:spMkLst>
            <pc:docMk/>
            <pc:sldMk cId="0" sldId="266"/>
            <ac:spMk id="2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24T03:13:34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12750 16789 8 0 0,'0'-1221'8'0'0,"4"-415"-16"0"0,3 58 8 0 0,7 282 56 0 0,3 345 64 0 0,4 313-56 0 0,3 245 40 0 0,3 172-16 0 0,0 104-32 0 0,2 55 40 0 0,-2 21 0 0 0,-1 2-24 0 0,-2-8 24 0 0,-2-13-72 0 0,0-11 80 0 0,-1-9-72 0 0,-2-6 40 0 0,-4-6-24 0 0,-2-2-40 0 0,-3-4 32 0 0,-2-2-32 0 0,-2 0 48 0 0,-1 1-24 0 0,2 4-32 0 0,1 4 72 0 0,-2 4-56 0 0,-3 3 24 0 0,-2 4 8 0 0,-3 4-32 0 0,-1 0 24 0 0,-1 2 0 0 0,2 2-40 0 0,3 3 16 0 0,1 4-32 0 0,2 3 32 0 0,-1 7-16 0 0,0 6 24 0 0,-1 4-40 0 0,0 5 48 0 0,-3 4-16 0 0,-2 1 16 0 0,-2 3-48 0 0,-2 3 32 0 0,-2 3-32 0 0,2 3 32 0 0,1 1-16 0 0,0 2 32 0 0,1 2-48 0 0,0 2 32 0 0,-1 1-32 0 0,1 0 56 0 0,-1 1-72 0 0,0 0 72 0 0,1-1-56 0 0,-1 0 64 0 0,1 1-48 0 0,-1 0 16 0 0,1 1 0 0 0,-1 2-32 0 0,0-1 40 0 0,0 1-16 0 0,0-2 56 0 0,0 1-32 0 0,-1 0-48 0 0,0 1 48 0 0,1-1-48 0 0,1 2 72 0 0,-1 2-40 0 0,0 1-32 0 0,-1 1 56 0 0,-1 3-40 0 0,2 0 0 0 0,1 0-16 0 0,1-1 40 0 0,0-1-40 0 0,0-1 32 0 0,1 1-40 0 0,0 0 40 0 0,-2 1-96 0 0,0 2-56 0 0,1 2-304 0 0,2 2-208 0 0,5 9-24 0 0,3 24 664 0 0,-22 48 8 0 0,-9 11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12416" y="-214123"/>
            <a:ext cx="18288000" cy="10287000"/>
          </a:xfrm>
          <a:prstGeom prst="rect">
            <a:avLst/>
          </a:prstGeom>
          <a:solidFill>
            <a:srgbClr val="0A2545"/>
          </a:solidFill>
        </p:spPr>
        <p:txBody>
          <a:bodyPr lIns="91440" tIns="45720" rIns="91440" bIns="45720" anchor="t"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914400" y="609600"/>
            <a:ext cx="1943100" cy="1943100"/>
            <a:chOff x="0" y="0"/>
            <a:chExt cx="1600200" cy="1600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cubicBezTo>
                    <a:pt x="1241933" y="0"/>
                    <a:pt x="1600200" y="358267"/>
                    <a:pt x="1600200" y="800100"/>
                  </a:cubicBezTo>
                  <a:cubicBezTo>
                    <a:pt x="1600200" y="1241933"/>
                    <a:pt x="1241933" y="1600200"/>
                    <a:pt x="800100" y="1600200"/>
                  </a:cubicBezTo>
                  <a:cubicBezTo>
                    <a:pt x="358267" y="1600200"/>
                    <a:pt x="0" y="1241933"/>
                    <a:pt x="0" y="800100"/>
                  </a:cubicBezTo>
                  <a:cubicBezTo>
                    <a:pt x="0" y="358267"/>
                    <a:pt x="358267" y="0"/>
                    <a:pt x="800100" y="0"/>
                  </a:cubicBezTo>
                  <a:close/>
                </a:path>
              </a:pathLst>
            </a:custGeom>
            <a:blipFill>
              <a:blip r:embed="rId2"/>
              <a:stretch>
                <a:fillRect l="9000" r="9000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25503" y="821984"/>
            <a:ext cx="5752795" cy="1518333"/>
            <a:chOff x="0" y="0"/>
            <a:chExt cx="4330700" cy="1143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30700" cy="1143000"/>
            </a:xfrm>
            <a:custGeom>
              <a:avLst/>
              <a:gdLst/>
              <a:ahLst/>
              <a:cxnLst/>
              <a:rect l="l" t="t" r="r" b="b"/>
              <a:pathLst>
                <a:path w="4330700" h="1143000">
                  <a:moveTo>
                    <a:pt x="101600" y="0"/>
                  </a:moveTo>
                  <a:lnTo>
                    <a:pt x="4229100" y="0"/>
                  </a:lnTo>
                  <a:cubicBezTo>
                    <a:pt x="4285234" y="0"/>
                    <a:pt x="4330700" y="45466"/>
                    <a:pt x="4330700" y="101600"/>
                  </a:cubicBezTo>
                  <a:lnTo>
                    <a:pt x="4330700" y="1041400"/>
                  </a:lnTo>
                  <a:cubicBezTo>
                    <a:pt x="4330700" y="1097534"/>
                    <a:pt x="4285234" y="1143000"/>
                    <a:pt x="4229100" y="1143000"/>
                  </a:cubicBezTo>
                  <a:lnTo>
                    <a:pt x="101600" y="1143000"/>
                  </a:lnTo>
                  <a:cubicBezTo>
                    <a:pt x="45466" y="1143000"/>
                    <a:pt x="0" y="1097534"/>
                    <a:pt x="0" y="10414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blipFill>
              <a:blip r:embed="rId3"/>
              <a:stretch>
                <a:fillRect t="7083" b="7084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4474845"/>
            <a:ext cx="103977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8FB3E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FINAL YEAR PROJECT · DIPLOMA IN BIOMEDICAL ELECTRONICS ENGINEERING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5065395"/>
            <a:ext cx="14287500" cy="75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5"/>
              </a:lnSpc>
            </a:pPr>
            <a:r>
              <a:rPr lang="en-US" sz="55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[ Project Title Goes Here ]</a:t>
            </a:r>
          </a:p>
        </p:txBody>
      </p:sp>
      <p:sp>
        <p:nvSpPr>
          <p:cNvPr id="9" name="AutoShape 9"/>
          <p:cNvSpPr/>
          <p:nvPr/>
        </p:nvSpPr>
        <p:spPr>
          <a:xfrm>
            <a:off x="914400" y="6088285"/>
            <a:ext cx="1143000" cy="57150"/>
          </a:xfrm>
          <a:prstGeom prst="rect">
            <a:avLst/>
          </a:prstGeom>
          <a:solidFill>
            <a:srgbClr val="C8102E"/>
          </a:solid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914400" y="8820150"/>
            <a:ext cx="3886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8FB3E8"/>
                </a:solidFill>
                <a:latin typeface="Helvetica"/>
                <a:ea typeface="Helvetica"/>
                <a:cs typeface="Helvetica"/>
                <a:sym typeface="Helvetica"/>
              </a:rPr>
              <a:t>STUDENT NAME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9105900"/>
            <a:ext cx="38862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[ Full Name 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05400" y="8820150"/>
            <a:ext cx="3886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8FB3E8"/>
                </a:solidFill>
                <a:latin typeface="Helvetica"/>
                <a:ea typeface="Helvetica"/>
                <a:cs typeface="Helvetica"/>
                <a:sym typeface="Helvetica"/>
              </a:rPr>
              <a:t>MATRIX NO.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05400" y="9105900"/>
            <a:ext cx="38862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[ Matrix Number 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96400" y="8820150"/>
            <a:ext cx="3886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8FB3E8"/>
                </a:solidFill>
                <a:latin typeface="Helvetica"/>
                <a:ea typeface="Helvetica"/>
                <a:cs typeface="Helvetica"/>
                <a:sym typeface="Helvetica"/>
              </a:rPr>
              <a:t>PROGRAMME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96400" y="9105900"/>
            <a:ext cx="38862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DBI / DBD / DBL / DBT / DBR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87400" y="8820150"/>
            <a:ext cx="38862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8FB3E8"/>
                </a:solidFill>
                <a:latin typeface="Helvetica"/>
                <a:ea typeface="Helvetica"/>
                <a:cs typeface="Helvetica"/>
                <a:sym typeface="Helvetica"/>
              </a:rPr>
              <a:t>SEM / SESSION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87400" y="9105900"/>
            <a:ext cx="38862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5 / JUL – DEC 2026</a:t>
            </a:r>
          </a:p>
        </p:txBody>
      </p:sp>
      <p:sp>
        <p:nvSpPr>
          <p:cNvPr id="18" name="AutoShape 1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C8102E"/>
          </a:solidFill>
        </p:spPr>
        <p:txBody>
          <a:bodyPr/>
          <a:lstStyle/>
          <a:p>
            <a:endParaRPr lang="en-MY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369030A-B336-59C0-ADF7-E7644972149E}"/>
                  </a:ext>
                </a:extLst>
              </p14:cNvPr>
              <p14:cNvContentPartPr/>
              <p14:nvPr/>
            </p14:nvContentPartPr>
            <p14:xfrm>
              <a:off x="10302414" y="6186365"/>
              <a:ext cx="150777" cy="3884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369030A-B336-59C0-ADF7-E764497214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84464" y="6168366"/>
                <a:ext cx="186317" cy="392051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6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16192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47775"/>
            <a:ext cx="161925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What This Presentation Covers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47750" y="2505075"/>
            <a:ext cx="7829550" cy="47625"/>
          </a:xfrm>
          <a:prstGeom prst="rect">
            <a:avLst/>
          </a:prstGeom>
          <a:solidFill>
            <a:srgbClr val="0A2545"/>
          </a:solidFill>
        </p:spPr>
        <p:txBody>
          <a:bodyPr/>
          <a:lstStyle/>
          <a:p>
            <a:endParaRPr lang="en-MY"/>
          </a:p>
        </p:txBody>
      </p:sp>
      <p:sp>
        <p:nvSpPr>
          <p:cNvPr id="6" name="TextBox 6"/>
          <p:cNvSpPr txBox="1"/>
          <p:nvPr/>
        </p:nvSpPr>
        <p:spPr>
          <a:xfrm>
            <a:off x="1047750" y="2762250"/>
            <a:ext cx="782955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99">
                <a:solidFill>
                  <a:srgbClr val="0A2545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3181350"/>
            <a:ext cx="78295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161C26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Project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750" y="3800475"/>
            <a:ext cx="782955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PLO4 · Weightage 10%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4181475"/>
            <a:ext cx="7829550" cy="166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649" lvl="1" indent="-123825" algn="l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Objectives &amp; methodology</a:t>
            </a:r>
          </a:p>
          <a:p>
            <a:pPr marL="247649" lvl="1" indent="-123825" algn="l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Hardware / software selection</a:t>
            </a:r>
          </a:p>
          <a:p>
            <a:pPr marL="247649" lvl="1" indent="-123825" algn="l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Design, development &amp; testing</a:t>
            </a:r>
          </a:p>
          <a:p>
            <a:pPr marL="247649" lvl="1" indent="-123825" algn="l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Originality &amp; contribution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410700" y="2505075"/>
            <a:ext cx="7829550" cy="47625"/>
          </a:xfrm>
          <a:prstGeom prst="rect">
            <a:avLst/>
          </a:prstGeom>
          <a:solidFill>
            <a:srgbClr val="C8102E"/>
          </a:solid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9410700" y="2762250"/>
            <a:ext cx="782955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99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10700" y="3181350"/>
            <a:ext cx="78295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161C26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Environment &amp; Sustainability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10700" y="3800475"/>
            <a:ext cx="782955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PLO6 · Weightage 10%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0700" y="4181475"/>
            <a:ext cx="7829550" cy="166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649" lvl="1" indent="-123825" algn="l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Sustainability concepts &amp; application</a:t>
            </a:r>
          </a:p>
          <a:p>
            <a:pPr marL="247649" lvl="1" indent="-123825" algn="l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Innovation in environmental solutions</a:t>
            </a:r>
          </a:p>
          <a:p>
            <a:pPr marL="247649" lvl="1" indent="-123825" algn="l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Awareness &amp; social responsibility</a:t>
            </a:r>
          </a:p>
          <a:p>
            <a:pPr marL="247649" lvl="1" indent="-123825" algn="l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Safety, ethics &amp; material selection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466393" y="604935"/>
            <a:ext cx="3914775" cy="866580"/>
            <a:chOff x="0" y="0"/>
            <a:chExt cx="5219700" cy="115544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155440" cy="1155440"/>
              <a:chOff x="0" y="0"/>
              <a:chExt cx="660400" cy="660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604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660400"/>
                    </a:lnTo>
                    <a:lnTo>
                      <a:pt x="0" y="660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9000" r="9000"/>
                </a:stretch>
              </a:blipFill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688720" y="177760"/>
              <a:ext cx="3530980" cy="799920"/>
              <a:chOff x="0" y="0"/>
              <a:chExt cx="2018157" cy="457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018157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018157" h="457200">
                    <a:moveTo>
                      <a:pt x="0" y="0"/>
                    </a:moveTo>
                    <a:lnTo>
                      <a:pt x="2018157" y="0"/>
                    </a:lnTo>
                    <a:lnTo>
                      <a:pt x="2018157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1" b="1"/>
                </a:stretch>
              </a:blipFill>
            </p:spPr>
            <p:txBody>
              <a:bodyPr/>
              <a:lstStyle/>
              <a:p>
                <a:endParaRPr lang="en-MY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814968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1 · PROJECT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8753951" cy="737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 &amp;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7750" y="2419350"/>
            <a:ext cx="818245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89">
                <a:solidFill>
                  <a:srgbClr val="4B5566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PROBLEM STATEMENT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2962275"/>
            <a:ext cx="8182451" cy="908826"/>
            <a:chOff x="0" y="0"/>
            <a:chExt cx="10909935" cy="12117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09935" cy="1211768"/>
            </a:xfrm>
            <a:custGeom>
              <a:avLst/>
              <a:gdLst/>
              <a:ahLst/>
              <a:cxnLst/>
              <a:rect l="l" t="t" r="r" b="b"/>
              <a:pathLst>
                <a:path w="10909935" h="1211768">
                  <a:moveTo>
                    <a:pt x="50800" y="0"/>
                  </a:moveTo>
                  <a:lnTo>
                    <a:pt x="10859135" y="0"/>
                  </a:lnTo>
                  <a:cubicBezTo>
                    <a:pt x="10887202" y="0"/>
                    <a:pt x="10909935" y="25518"/>
                    <a:pt x="10909935" y="57024"/>
                  </a:cubicBezTo>
                  <a:lnTo>
                    <a:pt x="10909935" y="1154744"/>
                  </a:lnTo>
                  <a:cubicBezTo>
                    <a:pt x="10909935" y="1186250"/>
                    <a:pt x="10887202" y="1211768"/>
                    <a:pt x="10859135" y="1211768"/>
                  </a:cubicBezTo>
                  <a:lnTo>
                    <a:pt x="50800" y="1211768"/>
                  </a:lnTo>
                  <a:cubicBezTo>
                    <a:pt x="22733" y="1211768"/>
                    <a:pt x="0" y="1186250"/>
                    <a:pt x="0" y="1154744"/>
                  </a:cubicBezTo>
                  <a:lnTo>
                    <a:pt x="0" y="57024"/>
                  </a:lnTo>
                  <a:cubicBezTo>
                    <a:pt x="0" y="25518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909935" cy="1249869"/>
            </a:xfrm>
            <a:prstGeom prst="rect">
              <a:avLst/>
            </a:prstGeom>
          </p:spPr>
          <p:txBody>
            <a:bodyPr lIns="330200" tIns="330200" rIns="330200" bIns="3302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1800" i="1">
                  <a:solidFill>
                    <a:srgbClr val="8991A3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[ State the gap or issue your project addresses ]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7750" y="3990975"/>
            <a:ext cx="818245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89">
                <a:solidFill>
                  <a:srgbClr val="4B5566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OBJECTIVES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7750" y="4533900"/>
            <a:ext cx="8182451" cy="809625"/>
            <a:chOff x="0" y="0"/>
            <a:chExt cx="10909935" cy="1079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09935" cy="1079500"/>
            </a:xfrm>
            <a:custGeom>
              <a:avLst/>
              <a:gdLst/>
              <a:ahLst/>
              <a:cxnLst/>
              <a:rect l="l" t="t" r="r" b="b"/>
              <a:pathLst>
                <a:path w="10909935" h="1079500">
                  <a:moveTo>
                    <a:pt x="50800" y="0"/>
                  </a:moveTo>
                  <a:lnTo>
                    <a:pt x="10859135" y="0"/>
                  </a:lnTo>
                  <a:cubicBezTo>
                    <a:pt x="10887202" y="0"/>
                    <a:pt x="10909935" y="22733"/>
                    <a:pt x="10909935" y="50800"/>
                  </a:cubicBezTo>
                  <a:lnTo>
                    <a:pt x="10909935" y="1028700"/>
                  </a:lnTo>
                  <a:cubicBezTo>
                    <a:pt x="10909935" y="1056767"/>
                    <a:pt x="10887202" y="1079500"/>
                    <a:pt x="10859135" y="1079500"/>
                  </a:cubicBezTo>
                  <a:lnTo>
                    <a:pt x="50800" y="1079500"/>
                  </a:lnTo>
                  <a:cubicBezTo>
                    <a:pt x="22733" y="1079500"/>
                    <a:pt x="0" y="1056767"/>
                    <a:pt x="0" y="10287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909935" cy="1117600"/>
            </a:xfrm>
            <a:prstGeom prst="rect">
              <a:avLst/>
            </a:prstGeom>
          </p:spPr>
          <p:txBody>
            <a:bodyPr lIns="330200" tIns="330200" rIns="330200" bIns="3302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1800" i="1">
                  <a:solidFill>
                    <a:srgbClr val="8991A3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[ 1.   2.   3. – list your measurable objectives ]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01701" y="2486025"/>
            <a:ext cx="7438549" cy="6581775"/>
            <a:chOff x="0" y="0"/>
            <a:chExt cx="9918065" cy="8775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18065" cy="8775700"/>
            </a:xfrm>
            <a:custGeom>
              <a:avLst/>
              <a:gdLst/>
              <a:ahLst/>
              <a:cxnLst/>
              <a:rect l="l" t="t" r="r" b="b"/>
              <a:pathLst>
                <a:path w="9918065" h="8775700">
                  <a:moveTo>
                    <a:pt x="50800" y="0"/>
                  </a:moveTo>
                  <a:lnTo>
                    <a:pt x="9867265" y="0"/>
                  </a:lnTo>
                  <a:cubicBezTo>
                    <a:pt x="9895332" y="0"/>
                    <a:pt x="9918065" y="22733"/>
                    <a:pt x="9918065" y="50800"/>
                  </a:cubicBezTo>
                  <a:lnTo>
                    <a:pt x="9918065" y="8724900"/>
                  </a:lnTo>
                  <a:cubicBezTo>
                    <a:pt x="9918065" y="8752967"/>
                    <a:pt x="9895332" y="8775700"/>
                    <a:pt x="9867265" y="8775700"/>
                  </a:cubicBezTo>
                  <a:lnTo>
                    <a:pt x="50800" y="8775700"/>
                  </a:lnTo>
                  <a:cubicBezTo>
                    <a:pt x="22733" y="8775700"/>
                    <a:pt x="0" y="8752967"/>
                    <a:pt x="0" y="87249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F8F8F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9918065" cy="8775700"/>
            </a:xfrm>
            <a:custGeom>
              <a:avLst/>
              <a:gdLst/>
              <a:ahLst/>
              <a:cxnLst/>
              <a:rect l="l" t="t" r="r" b="b"/>
              <a:pathLst>
                <a:path w="9918065" h="8775700">
                  <a:moveTo>
                    <a:pt x="50800" y="0"/>
                  </a:moveTo>
                  <a:lnTo>
                    <a:pt x="9867265" y="0"/>
                  </a:lnTo>
                  <a:cubicBezTo>
                    <a:pt x="9895332" y="0"/>
                    <a:pt x="9918065" y="22733"/>
                    <a:pt x="9918065" y="50800"/>
                  </a:cubicBezTo>
                  <a:lnTo>
                    <a:pt x="9918065" y="8724900"/>
                  </a:lnTo>
                  <a:cubicBezTo>
                    <a:pt x="9918065" y="8752967"/>
                    <a:pt x="9895332" y="8775700"/>
                    <a:pt x="9867265" y="8775700"/>
                  </a:cubicBezTo>
                  <a:lnTo>
                    <a:pt x="50800" y="8775700"/>
                  </a:lnTo>
                  <a:cubicBezTo>
                    <a:pt x="22733" y="8775700"/>
                    <a:pt x="0" y="8752967"/>
                    <a:pt x="0" y="87249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88556" y="-1636422"/>
            <a:ext cx="5193697" cy="4593908"/>
            <a:chOff x="0" y="0"/>
            <a:chExt cx="6924929" cy="61252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24929" cy="6125210"/>
            </a:xfrm>
            <a:custGeom>
              <a:avLst/>
              <a:gdLst/>
              <a:ahLst/>
              <a:cxnLst/>
              <a:rect l="l" t="t" r="r" b="b"/>
              <a:pathLst>
                <a:path w="6924929" h="6125210">
                  <a:moveTo>
                    <a:pt x="50800" y="0"/>
                  </a:moveTo>
                  <a:lnTo>
                    <a:pt x="6874129" y="0"/>
                  </a:lnTo>
                  <a:cubicBezTo>
                    <a:pt x="6902197" y="0"/>
                    <a:pt x="6924929" y="22733"/>
                    <a:pt x="6924929" y="50800"/>
                  </a:cubicBezTo>
                  <a:lnTo>
                    <a:pt x="6924929" y="6074410"/>
                  </a:lnTo>
                  <a:cubicBezTo>
                    <a:pt x="6924929" y="6102477"/>
                    <a:pt x="6902197" y="6125210"/>
                    <a:pt x="6874129" y="6125210"/>
                  </a:cubicBezTo>
                  <a:lnTo>
                    <a:pt x="50800" y="6125210"/>
                  </a:lnTo>
                  <a:cubicBezTo>
                    <a:pt x="22733" y="6125210"/>
                    <a:pt x="0" y="6102477"/>
                    <a:pt x="0" y="607441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blipFill>
              <a:blip r:embed="rId2"/>
              <a:stretch>
                <a:fillRect l="-6" r="-6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060269" y="5533834"/>
            <a:ext cx="292131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8991A3"/>
                </a:solidFill>
                <a:latin typeface="Arimo"/>
                <a:ea typeface="Arimo"/>
                <a:cs typeface="Arimo"/>
                <a:sym typeface="Arimo"/>
              </a:rPr>
              <a:t>[ project photo / block diagram ]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047750" y="9486900"/>
            <a:ext cx="16192500" cy="76200"/>
          </a:xfrm>
          <a:prstGeom prst="rect">
            <a:avLst/>
          </a:prstGeom>
          <a:solidFill>
            <a:srgbClr val="C8102E"/>
          </a:solidFill>
        </p:spPr>
        <p:txBody>
          <a:bodyPr/>
          <a:lstStyle/>
          <a:p>
            <a:endParaRPr lang="en-MY"/>
          </a:p>
        </p:txBody>
      </p:sp>
      <p:grpSp>
        <p:nvGrpSpPr>
          <p:cNvPr id="20" name="Group 20"/>
          <p:cNvGrpSpPr/>
          <p:nvPr/>
        </p:nvGrpSpPr>
        <p:grpSpPr>
          <a:xfrm>
            <a:off x="13466393" y="604935"/>
            <a:ext cx="3914775" cy="866580"/>
            <a:chOff x="0" y="0"/>
            <a:chExt cx="5219700" cy="115544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155440" cy="1155440"/>
              <a:chOff x="0" y="0"/>
              <a:chExt cx="660400" cy="660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604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660400"/>
                    </a:lnTo>
                    <a:lnTo>
                      <a:pt x="0" y="660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9000" r="9000"/>
                </a:stretch>
              </a:blipFill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688720" y="177760"/>
              <a:ext cx="3530980" cy="799920"/>
              <a:chOff x="0" y="0"/>
              <a:chExt cx="2018157" cy="457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018157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018157" h="457200">
                    <a:moveTo>
                      <a:pt x="0" y="0"/>
                    </a:moveTo>
                    <a:lnTo>
                      <a:pt x="2018157" y="0"/>
                    </a:lnTo>
                    <a:lnTo>
                      <a:pt x="2018157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1" b="1"/>
                </a:stretch>
              </a:blipFill>
            </p:spPr>
            <p:txBody>
              <a:bodyPr/>
              <a:lstStyle/>
              <a:p>
                <a:endParaRPr lang="en-MY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701011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1 · PROJECT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701011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Methodology &amp; Approach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796355" y="914400"/>
            <a:ext cx="1443895" cy="438150"/>
            <a:chOff x="0" y="0"/>
            <a:chExt cx="1925193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5193" cy="584200"/>
            </a:xfrm>
            <a:custGeom>
              <a:avLst/>
              <a:gdLst/>
              <a:ahLst/>
              <a:cxnLst/>
              <a:rect l="l" t="t" r="r" b="b"/>
              <a:pathLst>
                <a:path w="1925193" h="584200">
                  <a:moveTo>
                    <a:pt x="50800" y="0"/>
                  </a:moveTo>
                  <a:lnTo>
                    <a:pt x="1874393" y="0"/>
                  </a:lnTo>
                  <a:cubicBezTo>
                    <a:pt x="1902460" y="0"/>
                    <a:pt x="1925193" y="22733"/>
                    <a:pt x="1925193" y="50800"/>
                  </a:cubicBezTo>
                  <a:lnTo>
                    <a:pt x="1925193" y="533400"/>
                  </a:lnTo>
                  <a:cubicBezTo>
                    <a:pt x="1925193" y="561467"/>
                    <a:pt x="1902460" y="584200"/>
                    <a:pt x="1874393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A2545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25193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PLO4 · 1.1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2390775"/>
            <a:ext cx="7100411" cy="82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Panel checks a clear, correct flowchart of your methods and approaches — explain each step, not just show the diagram.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3255454"/>
            <a:ext cx="7100411" cy="136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Overall project workflow</a:t>
            </a:r>
          </a:p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Key decision points</a:t>
            </a:r>
          </a:p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Tools / standards referenced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719661" y="2486025"/>
            <a:ext cx="8520589" cy="7077075"/>
            <a:chOff x="0" y="0"/>
            <a:chExt cx="11360785" cy="9436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0785" cy="9436100"/>
            </a:xfrm>
            <a:custGeom>
              <a:avLst/>
              <a:gdLst/>
              <a:ahLst/>
              <a:cxnLst/>
              <a:rect l="l" t="t" r="r" b="b"/>
              <a:pathLst>
                <a:path w="11360785" h="9436100">
                  <a:moveTo>
                    <a:pt x="50800" y="0"/>
                  </a:moveTo>
                  <a:lnTo>
                    <a:pt x="11309985" y="0"/>
                  </a:lnTo>
                  <a:cubicBezTo>
                    <a:pt x="11338052" y="0"/>
                    <a:pt x="11360785" y="22733"/>
                    <a:pt x="11360785" y="50800"/>
                  </a:cubicBezTo>
                  <a:lnTo>
                    <a:pt x="11360785" y="9385300"/>
                  </a:lnTo>
                  <a:cubicBezTo>
                    <a:pt x="11360785" y="9413367"/>
                    <a:pt x="11338052" y="9436100"/>
                    <a:pt x="11309985" y="9436100"/>
                  </a:cubicBezTo>
                  <a:lnTo>
                    <a:pt x="50800" y="9436100"/>
                  </a:lnTo>
                  <a:cubicBezTo>
                    <a:pt x="22733" y="9436100"/>
                    <a:pt x="0" y="9413367"/>
                    <a:pt x="0" y="9385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F8F8F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1360785" cy="9436100"/>
            </a:xfrm>
            <a:custGeom>
              <a:avLst/>
              <a:gdLst/>
              <a:ahLst/>
              <a:cxnLst/>
              <a:rect l="l" t="t" r="r" b="b"/>
              <a:pathLst>
                <a:path w="11360785" h="9436100">
                  <a:moveTo>
                    <a:pt x="50800" y="0"/>
                  </a:moveTo>
                  <a:lnTo>
                    <a:pt x="11309985" y="0"/>
                  </a:lnTo>
                  <a:cubicBezTo>
                    <a:pt x="11338052" y="0"/>
                    <a:pt x="11360785" y="22733"/>
                    <a:pt x="11360785" y="50800"/>
                  </a:cubicBezTo>
                  <a:lnTo>
                    <a:pt x="11360785" y="9385300"/>
                  </a:lnTo>
                  <a:cubicBezTo>
                    <a:pt x="11360785" y="9413367"/>
                    <a:pt x="11338052" y="9436100"/>
                    <a:pt x="11309985" y="9436100"/>
                  </a:cubicBezTo>
                  <a:lnTo>
                    <a:pt x="50800" y="9436100"/>
                  </a:lnTo>
                  <a:cubicBezTo>
                    <a:pt x="22733" y="9436100"/>
                    <a:pt x="0" y="9413367"/>
                    <a:pt x="0" y="9385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536299" y="5781675"/>
            <a:ext cx="2887313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991A3"/>
                </a:solidFill>
                <a:latin typeface="Arimo"/>
                <a:ea typeface="Arimo"/>
                <a:cs typeface="Arimo"/>
                <a:sym typeface="Arimo"/>
              </a:rPr>
              <a:t>[ insert methodology flowchart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84965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1 · PROJECT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849658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Hardware &amp; Software Selection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796355" y="914400"/>
            <a:ext cx="1443895" cy="438150"/>
            <a:chOff x="0" y="0"/>
            <a:chExt cx="1925193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5193" cy="584200"/>
            </a:xfrm>
            <a:custGeom>
              <a:avLst/>
              <a:gdLst/>
              <a:ahLst/>
              <a:cxnLst/>
              <a:rect l="l" t="t" r="r" b="b"/>
              <a:pathLst>
                <a:path w="1925193" h="584200">
                  <a:moveTo>
                    <a:pt x="50800" y="0"/>
                  </a:moveTo>
                  <a:lnTo>
                    <a:pt x="1874393" y="0"/>
                  </a:lnTo>
                  <a:cubicBezTo>
                    <a:pt x="1902460" y="0"/>
                    <a:pt x="1925193" y="22733"/>
                    <a:pt x="1925193" y="50800"/>
                  </a:cubicBezTo>
                  <a:lnTo>
                    <a:pt x="1925193" y="533400"/>
                  </a:lnTo>
                  <a:cubicBezTo>
                    <a:pt x="1925193" y="561467"/>
                    <a:pt x="1902460" y="584200"/>
                    <a:pt x="1874393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A2545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25193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PLO4 · 1.2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Hardware</a:t>
            </a:r>
          </a:p>
        </p:txBody>
      </p:sp>
      <p:sp>
        <p:nvSpPr>
          <p:cNvPr id="9" name="AutoShape 9"/>
          <p:cNvSpPr/>
          <p:nvPr/>
        </p:nvSpPr>
        <p:spPr>
          <a:xfrm>
            <a:off x="1047750" y="3424238"/>
            <a:ext cx="782955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1047750" y="2867025"/>
            <a:ext cx="2220087" cy="56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Component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67837" y="2867025"/>
            <a:ext cx="5609463" cy="56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Justification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47750" y="3929062"/>
            <a:ext cx="782955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13" name="TextBox 13"/>
          <p:cNvSpPr txBox="1"/>
          <p:nvPr/>
        </p:nvSpPr>
        <p:spPr>
          <a:xfrm>
            <a:off x="1047750" y="3367087"/>
            <a:ext cx="222008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item 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67837" y="3367087"/>
            <a:ext cx="5609463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why chosen vs alternatives ]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47750" y="4433888"/>
            <a:ext cx="782955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16" name="TextBox 16"/>
          <p:cNvSpPr txBox="1"/>
          <p:nvPr/>
        </p:nvSpPr>
        <p:spPr>
          <a:xfrm>
            <a:off x="1047750" y="3871913"/>
            <a:ext cx="222008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item 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67837" y="3871913"/>
            <a:ext cx="5609463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why chosen vs alternatives 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070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Software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410700" y="3424238"/>
            <a:ext cx="782955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20" name="TextBox 20"/>
          <p:cNvSpPr txBox="1"/>
          <p:nvPr/>
        </p:nvSpPr>
        <p:spPr>
          <a:xfrm>
            <a:off x="9410700" y="2867025"/>
            <a:ext cx="1462564" cy="56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Tool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73264" y="2867025"/>
            <a:ext cx="6366986" cy="56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Justification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410700" y="3929062"/>
            <a:ext cx="782955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23" name="TextBox 23"/>
          <p:cNvSpPr txBox="1"/>
          <p:nvPr/>
        </p:nvSpPr>
        <p:spPr>
          <a:xfrm>
            <a:off x="9410700" y="3367087"/>
            <a:ext cx="146256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item 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73264" y="3367087"/>
            <a:ext cx="636698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why chosen vs alternatives ]</a:t>
            </a:r>
          </a:p>
        </p:txBody>
      </p:sp>
      <p:sp>
        <p:nvSpPr>
          <p:cNvPr id="25" name="AutoShape 25"/>
          <p:cNvSpPr/>
          <p:nvPr/>
        </p:nvSpPr>
        <p:spPr>
          <a:xfrm>
            <a:off x="9410700" y="4433888"/>
            <a:ext cx="782955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26" name="TextBox 26"/>
          <p:cNvSpPr txBox="1"/>
          <p:nvPr/>
        </p:nvSpPr>
        <p:spPr>
          <a:xfrm>
            <a:off x="9410700" y="3871913"/>
            <a:ext cx="146256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item 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73264" y="3871913"/>
            <a:ext cx="636698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why chosen vs alternatives 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7750" y="9258300"/>
            <a:ext cx="16192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Tip: strongest scores include a comparison against alternative components or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601113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1 · PROJECT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8705850" cy="737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Design &amp; Visualization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796355" y="914400"/>
            <a:ext cx="1443895" cy="438150"/>
            <a:chOff x="0" y="0"/>
            <a:chExt cx="1925193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5193" cy="584200"/>
            </a:xfrm>
            <a:custGeom>
              <a:avLst/>
              <a:gdLst/>
              <a:ahLst/>
              <a:cxnLst/>
              <a:rect l="l" t="t" r="r" b="b"/>
              <a:pathLst>
                <a:path w="1925193" h="584200">
                  <a:moveTo>
                    <a:pt x="50800" y="0"/>
                  </a:moveTo>
                  <a:lnTo>
                    <a:pt x="1874393" y="0"/>
                  </a:lnTo>
                  <a:cubicBezTo>
                    <a:pt x="1902460" y="0"/>
                    <a:pt x="1925193" y="22733"/>
                    <a:pt x="1925193" y="50800"/>
                  </a:cubicBezTo>
                  <a:lnTo>
                    <a:pt x="1925193" y="533400"/>
                  </a:lnTo>
                  <a:cubicBezTo>
                    <a:pt x="1925193" y="561467"/>
                    <a:pt x="1902460" y="584200"/>
                    <a:pt x="1874393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A2545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25193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PLO4 · 1.3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2486025"/>
            <a:ext cx="5168836" cy="6600825"/>
            <a:chOff x="0" y="0"/>
            <a:chExt cx="6891782" cy="8801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91782" cy="8801100"/>
            </a:xfrm>
            <a:custGeom>
              <a:avLst/>
              <a:gdLst/>
              <a:ahLst/>
              <a:cxnLst/>
              <a:rect l="l" t="t" r="r" b="b"/>
              <a:pathLst>
                <a:path w="6891782" h="8801100">
                  <a:moveTo>
                    <a:pt x="50800" y="0"/>
                  </a:moveTo>
                  <a:lnTo>
                    <a:pt x="6840982" y="0"/>
                  </a:lnTo>
                  <a:cubicBezTo>
                    <a:pt x="6869049" y="0"/>
                    <a:pt x="6891782" y="22733"/>
                    <a:pt x="6891782" y="50800"/>
                  </a:cubicBezTo>
                  <a:lnTo>
                    <a:pt x="6891782" y="8750300"/>
                  </a:lnTo>
                  <a:cubicBezTo>
                    <a:pt x="6891782" y="8778367"/>
                    <a:pt x="6869049" y="8801100"/>
                    <a:pt x="6840982" y="8801100"/>
                  </a:cubicBezTo>
                  <a:lnTo>
                    <a:pt x="50800" y="8801100"/>
                  </a:lnTo>
                  <a:cubicBezTo>
                    <a:pt x="22733" y="8801100"/>
                    <a:pt x="0" y="8778367"/>
                    <a:pt x="0" y="8750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F8F8F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6891782" cy="8801100"/>
            </a:xfrm>
            <a:custGeom>
              <a:avLst/>
              <a:gdLst/>
              <a:ahLst/>
              <a:cxnLst/>
              <a:rect l="l" t="t" r="r" b="b"/>
              <a:pathLst>
                <a:path w="6891782" h="8801100">
                  <a:moveTo>
                    <a:pt x="50800" y="0"/>
                  </a:moveTo>
                  <a:lnTo>
                    <a:pt x="6840982" y="0"/>
                  </a:lnTo>
                  <a:cubicBezTo>
                    <a:pt x="6869049" y="0"/>
                    <a:pt x="6891782" y="22733"/>
                    <a:pt x="6891782" y="50800"/>
                  </a:cubicBezTo>
                  <a:lnTo>
                    <a:pt x="6891782" y="8750300"/>
                  </a:lnTo>
                  <a:cubicBezTo>
                    <a:pt x="6891782" y="8778367"/>
                    <a:pt x="6869049" y="8801100"/>
                    <a:pt x="6840982" y="8801100"/>
                  </a:cubicBezTo>
                  <a:lnTo>
                    <a:pt x="50800" y="8801100"/>
                  </a:lnTo>
                  <a:cubicBezTo>
                    <a:pt x="22733" y="8801100"/>
                    <a:pt x="0" y="8778367"/>
                    <a:pt x="0" y="8750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07730" y="5572125"/>
            <a:ext cx="244868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8991A3"/>
                </a:solidFill>
                <a:latin typeface="Arimo"/>
                <a:ea typeface="Arimo"/>
                <a:cs typeface="Arimo"/>
                <a:sym typeface="Arimo"/>
              </a:rPr>
              <a:t>[ 3D sketch / CAD view ]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59486" y="2486025"/>
            <a:ext cx="5168932" cy="6600825"/>
            <a:chOff x="0" y="0"/>
            <a:chExt cx="6891909" cy="8801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91909" cy="8801100"/>
            </a:xfrm>
            <a:custGeom>
              <a:avLst/>
              <a:gdLst/>
              <a:ahLst/>
              <a:cxnLst/>
              <a:rect l="l" t="t" r="r" b="b"/>
              <a:pathLst>
                <a:path w="6891909" h="8801100">
                  <a:moveTo>
                    <a:pt x="50800" y="0"/>
                  </a:moveTo>
                  <a:lnTo>
                    <a:pt x="6841109" y="0"/>
                  </a:lnTo>
                  <a:cubicBezTo>
                    <a:pt x="6869176" y="0"/>
                    <a:pt x="6891909" y="22733"/>
                    <a:pt x="6891909" y="50800"/>
                  </a:cubicBezTo>
                  <a:lnTo>
                    <a:pt x="6891909" y="8750300"/>
                  </a:lnTo>
                  <a:cubicBezTo>
                    <a:pt x="6891909" y="8778367"/>
                    <a:pt x="6869176" y="8801100"/>
                    <a:pt x="6841109" y="8801100"/>
                  </a:cubicBezTo>
                  <a:lnTo>
                    <a:pt x="50800" y="8801100"/>
                  </a:lnTo>
                  <a:cubicBezTo>
                    <a:pt x="22733" y="8801100"/>
                    <a:pt x="0" y="8778367"/>
                    <a:pt x="0" y="8750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F8F8F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891909" cy="8801100"/>
            </a:xfrm>
            <a:custGeom>
              <a:avLst/>
              <a:gdLst/>
              <a:ahLst/>
              <a:cxnLst/>
              <a:rect l="l" t="t" r="r" b="b"/>
              <a:pathLst>
                <a:path w="6891909" h="8801100">
                  <a:moveTo>
                    <a:pt x="50800" y="0"/>
                  </a:moveTo>
                  <a:lnTo>
                    <a:pt x="6841109" y="0"/>
                  </a:lnTo>
                  <a:cubicBezTo>
                    <a:pt x="6869176" y="0"/>
                    <a:pt x="6891909" y="22733"/>
                    <a:pt x="6891909" y="50800"/>
                  </a:cubicBezTo>
                  <a:lnTo>
                    <a:pt x="6891909" y="8750300"/>
                  </a:lnTo>
                  <a:cubicBezTo>
                    <a:pt x="6891909" y="8778367"/>
                    <a:pt x="6869176" y="8801100"/>
                    <a:pt x="6841109" y="8801100"/>
                  </a:cubicBezTo>
                  <a:lnTo>
                    <a:pt x="50800" y="8801100"/>
                  </a:lnTo>
                  <a:cubicBezTo>
                    <a:pt x="22733" y="8801100"/>
                    <a:pt x="0" y="8778367"/>
                    <a:pt x="0" y="8750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955566" y="5572125"/>
            <a:ext cx="237667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8991A3"/>
                </a:solidFill>
                <a:latin typeface="Arimo"/>
                <a:ea typeface="Arimo"/>
                <a:cs typeface="Arimo"/>
                <a:sym typeface="Arimo"/>
              </a:rPr>
              <a:t>[ dimensioned drawing ]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71318" y="2486025"/>
            <a:ext cx="5168932" cy="6600825"/>
            <a:chOff x="0" y="0"/>
            <a:chExt cx="6891909" cy="8801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91909" cy="8801100"/>
            </a:xfrm>
            <a:custGeom>
              <a:avLst/>
              <a:gdLst/>
              <a:ahLst/>
              <a:cxnLst/>
              <a:rect l="l" t="t" r="r" b="b"/>
              <a:pathLst>
                <a:path w="6891909" h="8801100">
                  <a:moveTo>
                    <a:pt x="50800" y="0"/>
                  </a:moveTo>
                  <a:lnTo>
                    <a:pt x="6841109" y="0"/>
                  </a:lnTo>
                  <a:cubicBezTo>
                    <a:pt x="6869176" y="0"/>
                    <a:pt x="6891909" y="22733"/>
                    <a:pt x="6891909" y="50800"/>
                  </a:cubicBezTo>
                  <a:lnTo>
                    <a:pt x="6891909" y="8750300"/>
                  </a:lnTo>
                  <a:cubicBezTo>
                    <a:pt x="6891909" y="8778367"/>
                    <a:pt x="6869176" y="8801100"/>
                    <a:pt x="6841109" y="8801100"/>
                  </a:cubicBezTo>
                  <a:lnTo>
                    <a:pt x="50800" y="8801100"/>
                  </a:lnTo>
                  <a:cubicBezTo>
                    <a:pt x="22733" y="8801100"/>
                    <a:pt x="0" y="8778367"/>
                    <a:pt x="0" y="8750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F8F8F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6891909" cy="8801100"/>
            </a:xfrm>
            <a:custGeom>
              <a:avLst/>
              <a:gdLst/>
              <a:ahLst/>
              <a:cxnLst/>
              <a:rect l="l" t="t" r="r" b="b"/>
              <a:pathLst>
                <a:path w="6891909" h="8801100">
                  <a:moveTo>
                    <a:pt x="50800" y="0"/>
                  </a:moveTo>
                  <a:lnTo>
                    <a:pt x="6841109" y="0"/>
                  </a:lnTo>
                  <a:cubicBezTo>
                    <a:pt x="6869176" y="0"/>
                    <a:pt x="6891909" y="22733"/>
                    <a:pt x="6891909" y="50800"/>
                  </a:cubicBezTo>
                  <a:lnTo>
                    <a:pt x="6891909" y="8750300"/>
                  </a:lnTo>
                  <a:cubicBezTo>
                    <a:pt x="6891909" y="8778367"/>
                    <a:pt x="6869176" y="8801100"/>
                    <a:pt x="6841109" y="8801100"/>
                  </a:cubicBezTo>
                  <a:lnTo>
                    <a:pt x="50800" y="8801100"/>
                  </a:lnTo>
                  <a:cubicBezTo>
                    <a:pt x="22733" y="8801100"/>
                    <a:pt x="0" y="8778367"/>
                    <a:pt x="0" y="8750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345858" y="5572125"/>
            <a:ext cx="2619661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8991A3"/>
                </a:solidFill>
                <a:latin typeface="Arimo"/>
                <a:ea typeface="Arimo"/>
                <a:cs typeface="Arimo"/>
                <a:sym typeface="Arimo"/>
              </a:rPr>
              <a:t>[ labelled prototype photo 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7750" y="9258300"/>
            <a:ext cx="16192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Include clear labelling and dimensions — ambiguous sketches score lowest.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619172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1 · PROJECT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6953250" cy="737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Development Progress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272004" y="914400"/>
            <a:ext cx="1968246" cy="438150"/>
            <a:chOff x="0" y="0"/>
            <a:chExt cx="2624328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24328" cy="584200"/>
            </a:xfrm>
            <a:custGeom>
              <a:avLst/>
              <a:gdLst/>
              <a:ahLst/>
              <a:cxnLst/>
              <a:rect l="l" t="t" r="r" b="b"/>
              <a:pathLst>
                <a:path w="2624328" h="584200">
                  <a:moveTo>
                    <a:pt x="50800" y="0"/>
                  </a:moveTo>
                  <a:lnTo>
                    <a:pt x="2573528" y="0"/>
                  </a:lnTo>
                  <a:cubicBezTo>
                    <a:pt x="2601595" y="0"/>
                    <a:pt x="2624328" y="22733"/>
                    <a:pt x="2624328" y="50800"/>
                  </a:cubicBezTo>
                  <a:lnTo>
                    <a:pt x="2624328" y="533400"/>
                  </a:lnTo>
                  <a:cubicBezTo>
                    <a:pt x="2624328" y="561467"/>
                    <a:pt x="2601595" y="584200"/>
                    <a:pt x="2573528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A2545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624328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PLO4 · 2.1 – 2.2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Software Progress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7750" y="2933700"/>
            <a:ext cx="7829550" cy="6629400"/>
            <a:chOff x="0" y="0"/>
            <a:chExt cx="10439400" cy="883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39400" cy="8839200"/>
            </a:xfrm>
            <a:custGeom>
              <a:avLst/>
              <a:gdLst/>
              <a:ahLst/>
              <a:cxnLst/>
              <a:rect l="l" t="t" r="r" b="b"/>
              <a:pathLst>
                <a:path w="10439400" h="8839200">
                  <a:moveTo>
                    <a:pt x="50800" y="0"/>
                  </a:moveTo>
                  <a:lnTo>
                    <a:pt x="10388600" y="0"/>
                  </a:lnTo>
                  <a:cubicBezTo>
                    <a:pt x="10416667" y="0"/>
                    <a:pt x="10439400" y="22733"/>
                    <a:pt x="10439400" y="50800"/>
                  </a:cubicBezTo>
                  <a:lnTo>
                    <a:pt x="10439400" y="8788400"/>
                  </a:lnTo>
                  <a:cubicBezTo>
                    <a:pt x="10439400" y="8816467"/>
                    <a:pt x="10416667" y="8839200"/>
                    <a:pt x="10388600" y="8839200"/>
                  </a:cubicBezTo>
                  <a:lnTo>
                    <a:pt x="50800" y="8839200"/>
                  </a:lnTo>
                  <a:cubicBezTo>
                    <a:pt x="22733" y="8839200"/>
                    <a:pt x="0" y="8816467"/>
                    <a:pt x="0" y="8788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439400" cy="8896350"/>
            </a:xfrm>
            <a:prstGeom prst="rect">
              <a:avLst/>
            </a:prstGeom>
          </p:spPr>
          <p:txBody>
            <a:bodyPr lIns="304800" tIns="304800" rIns="304800" bIns="304800" rtlCol="0" anchor="t"/>
            <a:lstStyle/>
            <a:p>
              <a:pPr algn="l">
                <a:lnSpc>
                  <a:spcPts val="2415"/>
                </a:lnSpc>
              </a:pPr>
              <a:r>
                <a:rPr lang="en-US" sz="1725" i="1">
                  <a:solidFill>
                    <a:srgbClr val="8991A3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[ % complete, key modules built, fully functional? ]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41070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Hardware Progress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10700" y="2933700"/>
            <a:ext cx="7829550" cy="6629400"/>
            <a:chOff x="0" y="0"/>
            <a:chExt cx="10439400" cy="883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39400" cy="8839200"/>
            </a:xfrm>
            <a:custGeom>
              <a:avLst/>
              <a:gdLst/>
              <a:ahLst/>
              <a:cxnLst/>
              <a:rect l="l" t="t" r="r" b="b"/>
              <a:pathLst>
                <a:path w="10439400" h="8839200">
                  <a:moveTo>
                    <a:pt x="50800" y="0"/>
                  </a:moveTo>
                  <a:lnTo>
                    <a:pt x="10388600" y="0"/>
                  </a:lnTo>
                  <a:cubicBezTo>
                    <a:pt x="10416667" y="0"/>
                    <a:pt x="10439400" y="22733"/>
                    <a:pt x="10439400" y="50800"/>
                  </a:cubicBezTo>
                  <a:lnTo>
                    <a:pt x="10439400" y="8788400"/>
                  </a:lnTo>
                  <a:cubicBezTo>
                    <a:pt x="10439400" y="8816467"/>
                    <a:pt x="10416667" y="8839200"/>
                    <a:pt x="10388600" y="8839200"/>
                  </a:cubicBezTo>
                  <a:lnTo>
                    <a:pt x="50800" y="8839200"/>
                  </a:lnTo>
                  <a:cubicBezTo>
                    <a:pt x="22733" y="8839200"/>
                    <a:pt x="0" y="8816467"/>
                    <a:pt x="0" y="8788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0439400" cy="8896350"/>
            </a:xfrm>
            <a:prstGeom prst="rect">
              <a:avLst/>
            </a:prstGeom>
          </p:spPr>
          <p:txBody>
            <a:bodyPr lIns="304800" tIns="304800" rIns="304800" bIns="304800" rtlCol="0" anchor="t"/>
            <a:lstStyle/>
            <a:p>
              <a:pPr algn="l">
                <a:lnSpc>
                  <a:spcPts val="2415"/>
                </a:lnSpc>
              </a:pPr>
              <a:r>
                <a:rPr lang="en-US" sz="1725" i="1">
                  <a:solidFill>
                    <a:srgbClr val="8991A3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[ sub-circuits assembled, integration status, fully functional? ]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471782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1 · PROJECT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5886450" cy="737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Testing &amp; Results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272004" y="914400"/>
            <a:ext cx="1968246" cy="438150"/>
            <a:chOff x="0" y="0"/>
            <a:chExt cx="2624328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24328" cy="584200"/>
            </a:xfrm>
            <a:custGeom>
              <a:avLst/>
              <a:gdLst/>
              <a:ahLst/>
              <a:cxnLst/>
              <a:rect l="l" t="t" r="r" b="b"/>
              <a:pathLst>
                <a:path w="2624328" h="584200">
                  <a:moveTo>
                    <a:pt x="50800" y="0"/>
                  </a:moveTo>
                  <a:lnTo>
                    <a:pt x="2573528" y="0"/>
                  </a:lnTo>
                  <a:cubicBezTo>
                    <a:pt x="2601595" y="0"/>
                    <a:pt x="2624328" y="22733"/>
                    <a:pt x="2624328" y="50800"/>
                  </a:cubicBezTo>
                  <a:lnTo>
                    <a:pt x="2624328" y="533400"/>
                  </a:lnTo>
                  <a:cubicBezTo>
                    <a:pt x="2624328" y="561467"/>
                    <a:pt x="2601595" y="584200"/>
                    <a:pt x="2573528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A2545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624328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PLO4 · 2.3 – 2.4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047750" y="3009900"/>
            <a:ext cx="16192500" cy="19050"/>
          </a:xfrm>
          <a:prstGeom prst="rect">
            <a:avLst/>
          </a:prstGeom>
          <a:solidFill>
            <a:srgbClr val="0A2545"/>
          </a:solid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1047750" y="2419350"/>
            <a:ext cx="444741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A2545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Objective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95163" y="2419350"/>
            <a:ext cx="60539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A2545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Test / Experiment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49062" y="2419350"/>
            <a:ext cx="569118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A2545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Result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47750" y="3567112"/>
            <a:ext cx="1619250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13" name="TextBox 13"/>
          <p:cNvSpPr txBox="1"/>
          <p:nvPr/>
        </p:nvSpPr>
        <p:spPr>
          <a:xfrm>
            <a:off x="1047750" y="2962275"/>
            <a:ext cx="4447413" cy="6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objective 1 ]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95163" y="2962275"/>
            <a:ext cx="6053900" cy="6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test performed 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49062" y="2962275"/>
            <a:ext cx="5691188" cy="6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outcome / data ]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47750" y="4110038"/>
            <a:ext cx="1619250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17" name="TextBox 17"/>
          <p:cNvSpPr txBox="1"/>
          <p:nvPr/>
        </p:nvSpPr>
        <p:spPr>
          <a:xfrm>
            <a:off x="1047750" y="3509963"/>
            <a:ext cx="444741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objective 2 ]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95163" y="3509963"/>
            <a:ext cx="60539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test performed 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49062" y="3509963"/>
            <a:ext cx="569118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outcome / data ]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47750" y="4652962"/>
            <a:ext cx="16192500" cy="9525"/>
          </a:xfrm>
          <a:prstGeom prst="rect">
            <a:avLst/>
          </a:prstGeom>
          <a:solidFill>
            <a:srgbClr val="E2E5EA"/>
          </a:solidFill>
        </p:spPr>
        <p:txBody>
          <a:bodyPr/>
          <a:lstStyle/>
          <a:p>
            <a:endParaRPr lang="en-MY"/>
          </a:p>
        </p:txBody>
      </p:sp>
      <p:sp>
        <p:nvSpPr>
          <p:cNvPr id="21" name="TextBox 21"/>
          <p:cNvSpPr txBox="1"/>
          <p:nvPr/>
        </p:nvSpPr>
        <p:spPr>
          <a:xfrm>
            <a:off x="1047750" y="4052887"/>
            <a:ext cx="444741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objective 3 ]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95163" y="4052887"/>
            <a:ext cx="60539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test performed 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49062" y="4052887"/>
            <a:ext cx="569118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[ outcome / data 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7750" y="4800600"/>
            <a:ext cx="16192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Highest marks require results that clearly and validly support every objective listed.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704030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1 · PROJECT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704030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Originality &amp; Contribution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796355" y="914400"/>
            <a:ext cx="1443895" cy="438150"/>
            <a:chOff x="0" y="0"/>
            <a:chExt cx="1925193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5193" cy="584200"/>
            </a:xfrm>
            <a:custGeom>
              <a:avLst/>
              <a:gdLst/>
              <a:ahLst/>
              <a:cxnLst/>
              <a:rect l="l" t="t" r="r" b="b"/>
              <a:pathLst>
                <a:path w="1925193" h="584200">
                  <a:moveTo>
                    <a:pt x="50800" y="0"/>
                  </a:moveTo>
                  <a:lnTo>
                    <a:pt x="1874393" y="0"/>
                  </a:lnTo>
                  <a:cubicBezTo>
                    <a:pt x="1902460" y="0"/>
                    <a:pt x="1925193" y="22733"/>
                    <a:pt x="1925193" y="50800"/>
                  </a:cubicBezTo>
                  <a:lnTo>
                    <a:pt x="1925193" y="533400"/>
                  </a:lnTo>
                  <a:cubicBezTo>
                    <a:pt x="1925193" y="561467"/>
                    <a:pt x="1902460" y="584200"/>
                    <a:pt x="1874393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A2545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25193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PLO4 · 2.5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52750" y="5329238"/>
            <a:ext cx="12382500" cy="1390650"/>
            <a:chOff x="0" y="0"/>
            <a:chExt cx="16510000" cy="1854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10000" cy="1854200"/>
            </a:xfrm>
            <a:custGeom>
              <a:avLst/>
              <a:gdLst/>
              <a:ahLst/>
              <a:cxnLst/>
              <a:rect l="l" t="t" r="r" b="b"/>
              <a:pathLst>
                <a:path w="16510000" h="1854200">
                  <a:moveTo>
                    <a:pt x="50800" y="0"/>
                  </a:moveTo>
                  <a:lnTo>
                    <a:pt x="16459200" y="0"/>
                  </a:lnTo>
                  <a:cubicBezTo>
                    <a:pt x="16487267" y="0"/>
                    <a:pt x="16510000" y="22733"/>
                    <a:pt x="16510000" y="50800"/>
                  </a:cubicBezTo>
                  <a:lnTo>
                    <a:pt x="16510000" y="1803400"/>
                  </a:lnTo>
                  <a:cubicBezTo>
                    <a:pt x="16510000" y="1831467"/>
                    <a:pt x="16487267" y="1854200"/>
                    <a:pt x="16459200" y="1854200"/>
                  </a:cubicBezTo>
                  <a:lnTo>
                    <a:pt x="50800" y="1854200"/>
                  </a:lnTo>
                  <a:cubicBezTo>
                    <a:pt x="22733" y="1854200"/>
                    <a:pt x="0" y="1831467"/>
                    <a:pt x="0" y="180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6510000" cy="1911350"/>
            </a:xfrm>
            <a:prstGeom prst="rect">
              <a:avLst/>
            </a:prstGeom>
          </p:spPr>
          <p:txBody>
            <a:bodyPr lIns="609600" tIns="609600" rIns="609600" bIns="6096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i="1">
                  <a:solidFill>
                    <a:srgbClr val="8991A3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[ Explain sources referenced and clearly highlight your own contribution over prior work ]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2545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3957638"/>
            <a:ext cx="16192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8FB3E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4338638"/>
            <a:ext cx="133350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Environment &amp; Sustainability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7750" y="5529263"/>
            <a:ext cx="161925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9C2E6"/>
                </a:solidFill>
                <a:latin typeface="Helvetica"/>
                <a:ea typeface="Helvetica"/>
                <a:cs typeface="Helvetica"/>
                <a:sym typeface="Helvetica"/>
              </a:rPr>
              <a:t>PLO6 · Weightage 10%</a:t>
            </a:r>
          </a:p>
        </p:txBody>
      </p:sp>
      <p:sp>
        <p:nvSpPr>
          <p:cNvPr id="6" name="AutoShape 6"/>
          <p:cNvSpPr/>
          <p:nvPr/>
        </p:nvSpPr>
        <p:spPr>
          <a:xfrm>
            <a:off x="1047750" y="6215062"/>
            <a:ext cx="1143000" cy="57150"/>
          </a:xfrm>
          <a:prstGeom prst="rect">
            <a:avLst/>
          </a:prstGeom>
          <a:solidFill>
            <a:srgbClr val="C8102E"/>
          </a:solidFill>
        </p:spPr>
        <p:txBody>
          <a:bodyPr/>
          <a:lstStyle/>
          <a:p>
            <a:endParaRPr lang="en-MY"/>
          </a:p>
        </p:txBody>
      </p:sp>
      <p:grpSp>
        <p:nvGrpSpPr>
          <p:cNvPr id="7" name="Group 7"/>
          <p:cNvGrpSpPr/>
          <p:nvPr/>
        </p:nvGrpSpPr>
        <p:grpSpPr>
          <a:xfrm>
            <a:off x="914400" y="609600"/>
            <a:ext cx="1943100" cy="1943100"/>
            <a:chOff x="0" y="0"/>
            <a:chExt cx="1600200" cy="1600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cubicBezTo>
                    <a:pt x="1241933" y="0"/>
                    <a:pt x="1600200" y="358267"/>
                    <a:pt x="1600200" y="800100"/>
                  </a:cubicBezTo>
                  <a:cubicBezTo>
                    <a:pt x="1600200" y="1241933"/>
                    <a:pt x="1241933" y="1600200"/>
                    <a:pt x="800100" y="1600200"/>
                  </a:cubicBezTo>
                  <a:cubicBezTo>
                    <a:pt x="358267" y="1600200"/>
                    <a:pt x="0" y="1241933"/>
                    <a:pt x="0" y="800100"/>
                  </a:cubicBezTo>
                  <a:cubicBezTo>
                    <a:pt x="0" y="358267"/>
                    <a:pt x="358267" y="0"/>
                    <a:pt x="800100" y="0"/>
                  </a:cubicBezTo>
                  <a:close/>
                </a:path>
              </a:pathLst>
            </a:custGeom>
            <a:blipFill>
              <a:blip r:embed="rId2"/>
              <a:stretch>
                <a:fillRect l="9000" r="9000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25503" y="821984"/>
            <a:ext cx="5752795" cy="1518333"/>
            <a:chOff x="0" y="0"/>
            <a:chExt cx="4330700" cy="1143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30700" cy="1143000"/>
            </a:xfrm>
            <a:custGeom>
              <a:avLst/>
              <a:gdLst/>
              <a:ahLst/>
              <a:cxnLst/>
              <a:rect l="l" t="t" r="r" b="b"/>
              <a:pathLst>
                <a:path w="4330700" h="1143000">
                  <a:moveTo>
                    <a:pt x="101600" y="0"/>
                  </a:moveTo>
                  <a:lnTo>
                    <a:pt x="4229100" y="0"/>
                  </a:lnTo>
                  <a:cubicBezTo>
                    <a:pt x="4285234" y="0"/>
                    <a:pt x="4330700" y="45466"/>
                    <a:pt x="4330700" y="101600"/>
                  </a:cubicBezTo>
                  <a:lnTo>
                    <a:pt x="4330700" y="1041400"/>
                  </a:lnTo>
                  <a:cubicBezTo>
                    <a:pt x="4330700" y="1097534"/>
                    <a:pt x="4285234" y="1143000"/>
                    <a:pt x="4229100" y="1143000"/>
                  </a:cubicBezTo>
                  <a:lnTo>
                    <a:pt x="101600" y="1143000"/>
                  </a:lnTo>
                  <a:cubicBezTo>
                    <a:pt x="45466" y="1143000"/>
                    <a:pt x="0" y="1097534"/>
                    <a:pt x="0" y="10414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blipFill>
              <a:blip r:embed="rId3"/>
              <a:stretch>
                <a:fillRect t="7083" b="7084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950814" y="-4522545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619125"/>
            <a:ext cx="100486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52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2 · ENVIRONMENT &amp; SUSTAINABILITY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990600"/>
            <a:ext cx="11220450" cy="642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Sustainable Development Goals (SDGs)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943582" y="685800"/>
            <a:ext cx="2296763" cy="390525"/>
            <a:chOff x="0" y="0"/>
            <a:chExt cx="3062351" cy="520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62351" cy="520700"/>
            </a:xfrm>
            <a:custGeom>
              <a:avLst/>
              <a:gdLst/>
              <a:ahLst/>
              <a:cxnLst/>
              <a:rect l="l" t="t" r="r" b="b"/>
              <a:pathLst>
                <a:path w="3062351" h="520700">
                  <a:moveTo>
                    <a:pt x="50800" y="0"/>
                  </a:moveTo>
                  <a:lnTo>
                    <a:pt x="3011551" y="0"/>
                  </a:lnTo>
                  <a:cubicBezTo>
                    <a:pt x="3039618" y="0"/>
                    <a:pt x="3062351" y="22733"/>
                    <a:pt x="3062351" y="50800"/>
                  </a:cubicBezTo>
                  <a:lnTo>
                    <a:pt x="3062351" y="469900"/>
                  </a:lnTo>
                  <a:cubicBezTo>
                    <a:pt x="3062351" y="497967"/>
                    <a:pt x="3039618" y="520700"/>
                    <a:pt x="3011551" y="520700"/>
                  </a:cubicBezTo>
                  <a:lnTo>
                    <a:pt x="50800" y="520700"/>
                  </a:lnTo>
                  <a:cubicBezTo>
                    <a:pt x="22733" y="520700"/>
                    <a:pt x="0" y="497967"/>
                    <a:pt x="0" y="4699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C8102E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062351" cy="568325"/>
            </a:xfrm>
            <a:prstGeom prst="rect">
              <a:avLst/>
            </a:prstGeom>
          </p:spPr>
          <p:txBody>
            <a:bodyPr lIns="114300" tIns="114300" rIns="114300" bIns="114300" rtlCol="0" anchor="t"/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PLO6 · SDG Mapping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3933539"/>
            <a:ext cx="1619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Circle the SDG(s) your project fulfills, then justify each one below.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7750" y="4371689"/>
            <a:ext cx="1308164" cy="457200"/>
            <a:chOff x="0" y="0"/>
            <a:chExt cx="1744218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4218" cy="609600"/>
            </a:xfrm>
            <a:custGeom>
              <a:avLst/>
              <a:gdLst/>
              <a:ahLst/>
              <a:cxnLst/>
              <a:rect l="l" t="t" r="r" b="b"/>
              <a:pathLst>
                <a:path w="1744218" h="609600">
                  <a:moveTo>
                    <a:pt x="76200" y="0"/>
                  </a:moveTo>
                  <a:lnTo>
                    <a:pt x="1668018" y="0"/>
                  </a:lnTo>
                  <a:cubicBezTo>
                    <a:pt x="1710055" y="0"/>
                    <a:pt x="1744218" y="34163"/>
                    <a:pt x="1744218" y="76200"/>
                  </a:cubicBezTo>
                  <a:lnTo>
                    <a:pt x="1744218" y="533400"/>
                  </a:lnTo>
                  <a:cubicBezTo>
                    <a:pt x="1744218" y="575437"/>
                    <a:pt x="1710055" y="609600"/>
                    <a:pt x="1668018" y="609600"/>
                  </a:cubicBezTo>
                  <a:lnTo>
                    <a:pt x="76200" y="609600"/>
                  </a:lnTo>
                  <a:cubicBezTo>
                    <a:pt x="34163" y="609600"/>
                    <a:pt x="0" y="575437"/>
                    <a:pt x="0" y="533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2545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744218" cy="676275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SDG [ # ]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27364" y="4371689"/>
            <a:ext cx="14712887" cy="714375"/>
            <a:chOff x="0" y="0"/>
            <a:chExt cx="19617182" cy="952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17182" cy="952500"/>
            </a:xfrm>
            <a:custGeom>
              <a:avLst/>
              <a:gdLst/>
              <a:ahLst/>
              <a:cxnLst/>
              <a:rect l="l" t="t" r="r" b="b"/>
              <a:pathLst>
                <a:path w="19617182" h="952500">
                  <a:moveTo>
                    <a:pt x="50800" y="0"/>
                  </a:moveTo>
                  <a:lnTo>
                    <a:pt x="19566382" y="0"/>
                  </a:lnTo>
                  <a:cubicBezTo>
                    <a:pt x="19594449" y="0"/>
                    <a:pt x="19617182" y="22733"/>
                    <a:pt x="19617182" y="50800"/>
                  </a:cubicBezTo>
                  <a:lnTo>
                    <a:pt x="19617182" y="901700"/>
                  </a:lnTo>
                  <a:cubicBezTo>
                    <a:pt x="19617182" y="929767"/>
                    <a:pt x="19594449" y="952500"/>
                    <a:pt x="19566382" y="952500"/>
                  </a:cubicBezTo>
                  <a:lnTo>
                    <a:pt x="50800" y="952500"/>
                  </a:lnTo>
                  <a:cubicBezTo>
                    <a:pt x="22733" y="952500"/>
                    <a:pt x="0" y="929767"/>
                    <a:pt x="0" y="9017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617182" cy="1009650"/>
            </a:xfrm>
            <a:prstGeom prst="rect">
              <a:avLst/>
            </a:prstGeom>
          </p:spPr>
          <p:txBody>
            <a:bodyPr lIns="203200" tIns="203200" rIns="203200" bIns="203200" rtlCol="0" anchor="ctr"/>
            <a:lstStyle/>
            <a:p>
              <a:pPr algn="l">
                <a:lnSpc>
                  <a:spcPts val="2310"/>
                </a:lnSpc>
              </a:pPr>
              <a:r>
                <a:rPr lang="en-US" sz="1650" i="1">
                  <a:solidFill>
                    <a:srgbClr val="8991A3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[ Explain how your project directly contributes to this goal ]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47750" y="5219414"/>
            <a:ext cx="1308164" cy="457200"/>
            <a:chOff x="0" y="0"/>
            <a:chExt cx="1744218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44218" cy="609600"/>
            </a:xfrm>
            <a:custGeom>
              <a:avLst/>
              <a:gdLst/>
              <a:ahLst/>
              <a:cxnLst/>
              <a:rect l="l" t="t" r="r" b="b"/>
              <a:pathLst>
                <a:path w="1744218" h="609600">
                  <a:moveTo>
                    <a:pt x="76200" y="0"/>
                  </a:moveTo>
                  <a:lnTo>
                    <a:pt x="1668018" y="0"/>
                  </a:lnTo>
                  <a:cubicBezTo>
                    <a:pt x="1710055" y="0"/>
                    <a:pt x="1744218" y="34163"/>
                    <a:pt x="1744218" y="76200"/>
                  </a:cubicBezTo>
                  <a:lnTo>
                    <a:pt x="1744218" y="533400"/>
                  </a:lnTo>
                  <a:cubicBezTo>
                    <a:pt x="1744218" y="575437"/>
                    <a:pt x="1710055" y="609600"/>
                    <a:pt x="1668018" y="609600"/>
                  </a:cubicBezTo>
                  <a:lnTo>
                    <a:pt x="76200" y="609600"/>
                  </a:lnTo>
                  <a:cubicBezTo>
                    <a:pt x="34163" y="609600"/>
                    <a:pt x="0" y="575437"/>
                    <a:pt x="0" y="533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C8102E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744218" cy="676275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SDG [ # ]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27364" y="5219414"/>
            <a:ext cx="14712887" cy="714375"/>
            <a:chOff x="0" y="0"/>
            <a:chExt cx="19617182" cy="952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617182" cy="952500"/>
            </a:xfrm>
            <a:custGeom>
              <a:avLst/>
              <a:gdLst/>
              <a:ahLst/>
              <a:cxnLst/>
              <a:rect l="l" t="t" r="r" b="b"/>
              <a:pathLst>
                <a:path w="19617182" h="952500">
                  <a:moveTo>
                    <a:pt x="50800" y="0"/>
                  </a:moveTo>
                  <a:lnTo>
                    <a:pt x="19566382" y="0"/>
                  </a:lnTo>
                  <a:cubicBezTo>
                    <a:pt x="19594449" y="0"/>
                    <a:pt x="19617182" y="22733"/>
                    <a:pt x="19617182" y="50800"/>
                  </a:cubicBezTo>
                  <a:lnTo>
                    <a:pt x="19617182" y="901700"/>
                  </a:lnTo>
                  <a:cubicBezTo>
                    <a:pt x="19617182" y="929767"/>
                    <a:pt x="19594449" y="952500"/>
                    <a:pt x="19566382" y="952500"/>
                  </a:cubicBezTo>
                  <a:lnTo>
                    <a:pt x="50800" y="952500"/>
                  </a:lnTo>
                  <a:cubicBezTo>
                    <a:pt x="22733" y="952500"/>
                    <a:pt x="0" y="929767"/>
                    <a:pt x="0" y="9017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9617182" cy="1009650"/>
            </a:xfrm>
            <a:prstGeom prst="rect">
              <a:avLst/>
            </a:prstGeom>
          </p:spPr>
          <p:txBody>
            <a:bodyPr lIns="203200" tIns="203200" rIns="203200" bIns="203200" rtlCol="0" anchor="ctr"/>
            <a:lstStyle/>
            <a:p>
              <a:pPr algn="l">
                <a:lnSpc>
                  <a:spcPts val="2310"/>
                </a:lnSpc>
              </a:pPr>
              <a:r>
                <a:rPr lang="en-US" sz="1650" i="1">
                  <a:solidFill>
                    <a:srgbClr val="8991A3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[ Explain how your project directly contributes to this goal ]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7750" y="1981200"/>
            <a:ext cx="1714500" cy="801910"/>
            <a:chOff x="0" y="0"/>
            <a:chExt cx="2286000" cy="10692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E5243B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2395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3950" y="239077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No Poverty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857500" y="1981200"/>
            <a:ext cx="1714500" cy="801910"/>
            <a:chOff x="0" y="0"/>
            <a:chExt cx="2286000" cy="106921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DDA63A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93370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33700" y="239077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Zero Hunger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667250" y="1981200"/>
            <a:ext cx="1714500" cy="801910"/>
            <a:chOff x="0" y="0"/>
            <a:chExt cx="2286000" cy="10692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C9F38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74345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43450" y="239077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Good Health &amp; Well-being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477000" y="1981200"/>
            <a:ext cx="1714500" cy="801910"/>
            <a:chOff x="0" y="0"/>
            <a:chExt cx="2286000" cy="106921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C5192D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55320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53200" y="239077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Quality Education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8286750" y="1981200"/>
            <a:ext cx="1714500" cy="801910"/>
            <a:chOff x="0" y="0"/>
            <a:chExt cx="2286000" cy="106921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3A21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836295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2950" y="239077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Gender Equality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096500" y="1981200"/>
            <a:ext cx="1714500" cy="801910"/>
            <a:chOff x="0" y="0"/>
            <a:chExt cx="2286000" cy="10692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26BDE2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17270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72700" y="239077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Clean Water &amp; Sanitation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906250" y="1981200"/>
            <a:ext cx="1714500" cy="801910"/>
            <a:chOff x="0" y="0"/>
            <a:chExt cx="2286000" cy="106921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CC30B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98245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3A3A3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7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982450" y="2390775"/>
            <a:ext cx="1562100" cy="29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3A3A3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Affordable &amp; Clean Energy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3716000" y="1960970"/>
            <a:ext cx="1714500" cy="801910"/>
            <a:chOff x="0" y="0"/>
            <a:chExt cx="2286000" cy="106921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A21942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379220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792200" y="2390775"/>
            <a:ext cx="1562100" cy="29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Decent Work &amp; Economic Growth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5525750" y="1981200"/>
            <a:ext cx="1714500" cy="801910"/>
            <a:chOff x="0" y="0"/>
            <a:chExt cx="2286000" cy="106921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86000" cy="1069213"/>
            </a:xfrm>
            <a:custGeom>
              <a:avLst/>
              <a:gdLst/>
              <a:ahLst/>
              <a:cxnLst/>
              <a:rect l="l" t="t" r="r" b="b"/>
              <a:pathLst>
                <a:path w="2286000" h="1069213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993013"/>
                  </a:lnTo>
                  <a:cubicBezTo>
                    <a:pt x="2286000" y="1035050"/>
                    <a:pt x="2251837" y="1069213"/>
                    <a:pt x="2209800" y="1069213"/>
                  </a:cubicBezTo>
                  <a:lnTo>
                    <a:pt x="76200" y="1069213"/>
                  </a:lnTo>
                  <a:cubicBezTo>
                    <a:pt x="34163" y="1069213"/>
                    <a:pt x="0" y="1035050"/>
                    <a:pt x="0" y="993013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D6925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5601950" y="202882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9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5601950" y="2390775"/>
            <a:ext cx="1562100" cy="29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Industry, Innovation &amp; Infrastructure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047750" y="2878360"/>
            <a:ext cx="1714500" cy="950405"/>
            <a:chOff x="0" y="0"/>
            <a:chExt cx="2286000" cy="126720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86000" cy="1267206"/>
            </a:xfrm>
            <a:custGeom>
              <a:avLst/>
              <a:gdLst/>
              <a:ahLst/>
              <a:cxnLst/>
              <a:rect l="l" t="t" r="r" b="b"/>
              <a:pathLst>
                <a:path w="2286000" h="1267206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1191006"/>
                  </a:lnTo>
                  <a:cubicBezTo>
                    <a:pt x="2286000" y="1233043"/>
                    <a:pt x="2251837" y="1267206"/>
                    <a:pt x="2209800" y="1267206"/>
                  </a:cubicBezTo>
                  <a:lnTo>
                    <a:pt x="76200" y="1267206"/>
                  </a:lnTo>
                  <a:cubicBezTo>
                    <a:pt x="34163" y="1267206"/>
                    <a:pt x="0" y="1233043"/>
                    <a:pt x="0" y="1191006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DD1367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23950" y="292598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23950" y="328793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Reduced Inequalities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2857500" y="2878360"/>
            <a:ext cx="1714500" cy="950405"/>
            <a:chOff x="0" y="0"/>
            <a:chExt cx="2286000" cy="126720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286000" cy="1267206"/>
            </a:xfrm>
            <a:custGeom>
              <a:avLst/>
              <a:gdLst/>
              <a:ahLst/>
              <a:cxnLst/>
              <a:rect l="l" t="t" r="r" b="b"/>
              <a:pathLst>
                <a:path w="2286000" h="1267206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1191006"/>
                  </a:lnTo>
                  <a:cubicBezTo>
                    <a:pt x="2286000" y="1233043"/>
                    <a:pt x="2251837" y="1267206"/>
                    <a:pt x="2209800" y="1267206"/>
                  </a:cubicBezTo>
                  <a:lnTo>
                    <a:pt x="76200" y="1267206"/>
                  </a:lnTo>
                  <a:cubicBezTo>
                    <a:pt x="34163" y="1267206"/>
                    <a:pt x="0" y="1233043"/>
                    <a:pt x="0" y="1191006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D9D24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2933700" y="292598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3A3A3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933700" y="3287935"/>
            <a:ext cx="1562100" cy="29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3A3A3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Sustainable Cities &amp; Communities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4667250" y="2878360"/>
            <a:ext cx="1714500" cy="950405"/>
            <a:chOff x="0" y="0"/>
            <a:chExt cx="2286000" cy="126720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286000" cy="1267206"/>
            </a:xfrm>
            <a:custGeom>
              <a:avLst/>
              <a:gdLst/>
              <a:ahLst/>
              <a:cxnLst/>
              <a:rect l="l" t="t" r="r" b="b"/>
              <a:pathLst>
                <a:path w="2286000" h="1267206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1191006"/>
                  </a:lnTo>
                  <a:cubicBezTo>
                    <a:pt x="2286000" y="1233043"/>
                    <a:pt x="2251837" y="1267206"/>
                    <a:pt x="2209800" y="1267206"/>
                  </a:cubicBezTo>
                  <a:lnTo>
                    <a:pt x="76200" y="1267206"/>
                  </a:lnTo>
                  <a:cubicBezTo>
                    <a:pt x="34163" y="1267206"/>
                    <a:pt x="0" y="1233043"/>
                    <a:pt x="0" y="1191006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BF8B2E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4743450" y="292598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12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743450" y="3287935"/>
            <a:ext cx="1562100" cy="44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Responsible Consumption &amp; Production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6477000" y="2878360"/>
            <a:ext cx="1714500" cy="950405"/>
            <a:chOff x="0" y="0"/>
            <a:chExt cx="2286000" cy="126720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86000" cy="1267206"/>
            </a:xfrm>
            <a:custGeom>
              <a:avLst/>
              <a:gdLst/>
              <a:ahLst/>
              <a:cxnLst/>
              <a:rect l="l" t="t" r="r" b="b"/>
              <a:pathLst>
                <a:path w="2286000" h="1267206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1191006"/>
                  </a:lnTo>
                  <a:cubicBezTo>
                    <a:pt x="2286000" y="1233043"/>
                    <a:pt x="2251837" y="1267206"/>
                    <a:pt x="2209800" y="1267206"/>
                  </a:cubicBezTo>
                  <a:lnTo>
                    <a:pt x="76200" y="1267206"/>
                  </a:lnTo>
                  <a:cubicBezTo>
                    <a:pt x="34163" y="1267206"/>
                    <a:pt x="0" y="1233043"/>
                    <a:pt x="0" y="1191006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F7E44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6553200" y="292598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13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553200" y="328793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Climate Action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8286750" y="2878360"/>
            <a:ext cx="1714500" cy="950405"/>
            <a:chOff x="0" y="0"/>
            <a:chExt cx="2286000" cy="126720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286000" cy="1267206"/>
            </a:xfrm>
            <a:custGeom>
              <a:avLst/>
              <a:gdLst/>
              <a:ahLst/>
              <a:cxnLst/>
              <a:rect l="l" t="t" r="r" b="b"/>
              <a:pathLst>
                <a:path w="2286000" h="1267206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1191006"/>
                  </a:lnTo>
                  <a:cubicBezTo>
                    <a:pt x="2286000" y="1233043"/>
                    <a:pt x="2251837" y="1267206"/>
                    <a:pt x="2209800" y="1267206"/>
                  </a:cubicBezTo>
                  <a:lnTo>
                    <a:pt x="76200" y="1267206"/>
                  </a:lnTo>
                  <a:cubicBezTo>
                    <a:pt x="34163" y="1267206"/>
                    <a:pt x="0" y="1233043"/>
                    <a:pt x="0" y="1191006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97D9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8362950" y="292598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14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362950" y="328793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Life Below Water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0096500" y="2878360"/>
            <a:ext cx="1714500" cy="950405"/>
            <a:chOff x="0" y="0"/>
            <a:chExt cx="2286000" cy="1267206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286000" cy="1267206"/>
            </a:xfrm>
            <a:custGeom>
              <a:avLst/>
              <a:gdLst/>
              <a:ahLst/>
              <a:cxnLst/>
              <a:rect l="l" t="t" r="r" b="b"/>
              <a:pathLst>
                <a:path w="2286000" h="1267206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1191006"/>
                  </a:lnTo>
                  <a:cubicBezTo>
                    <a:pt x="2286000" y="1233043"/>
                    <a:pt x="2251837" y="1267206"/>
                    <a:pt x="2209800" y="1267206"/>
                  </a:cubicBezTo>
                  <a:lnTo>
                    <a:pt x="76200" y="1267206"/>
                  </a:lnTo>
                  <a:cubicBezTo>
                    <a:pt x="34163" y="1267206"/>
                    <a:pt x="0" y="1233043"/>
                    <a:pt x="0" y="1191006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56C02B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0172700" y="292598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15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172700" y="328793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Life on Land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11906250" y="2878360"/>
            <a:ext cx="1714500" cy="950405"/>
            <a:chOff x="0" y="0"/>
            <a:chExt cx="2286000" cy="126720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286000" cy="1267206"/>
            </a:xfrm>
            <a:custGeom>
              <a:avLst/>
              <a:gdLst/>
              <a:ahLst/>
              <a:cxnLst/>
              <a:rect l="l" t="t" r="r" b="b"/>
              <a:pathLst>
                <a:path w="2286000" h="1267206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1191006"/>
                  </a:lnTo>
                  <a:cubicBezTo>
                    <a:pt x="2286000" y="1233043"/>
                    <a:pt x="2251837" y="1267206"/>
                    <a:pt x="2209800" y="1267206"/>
                  </a:cubicBezTo>
                  <a:lnTo>
                    <a:pt x="76200" y="1267206"/>
                  </a:lnTo>
                  <a:cubicBezTo>
                    <a:pt x="34163" y="1267206"/>
                    <a:pt x="0" y="1233043"/>
                    <a:pt x="0" y="1191006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689D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1982450" y="292598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16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982450" y="3287935"/>
            <a:ext cx="1562100" cy="29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Peace, Justice &amp; Strong Institutions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13716000" y="2878360"/>
            <a:ext cx="1714500" cy="950405"/>
            <a:chOff x="0" y="0"/>
            <a:chExt cx="2286000" cy="1267206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286000" cy="1267206"/>
            </a:xfrm>
            <a:custGeom>
              <a:avLst/>
              <a:gdLst/>
              <a:ahLst/>
              <a:cxnLst/>
              <a:rect l="l" t="t" r="r" b="b"/>
              <a:pathLst>
                <a:path w="2286000" h="1267206">
                  <a:moveTo>
                    <a:pt x="76200" y="0"/>
                  </a:moveTo>
                  <a:lnTo>
                    <a:pt x="2209800" y="0"/>
                  </a:lnTo>
                  <a:cubicBezTo>
                    <a:pt x="2251837" y="0"/>
                    <a:pt x="2286000" y="34163"/>
                    <a:pt x="2286000" y="76200"/>
                  </a:cubicBezTo>
                  <a:lnTo>
                    <a:pt x="2286000" y="1191006"/>
                  </a:lnTo>
                  <a:cubicBezTo>
                    <a:pt x="2286000" y="1233043"/>
                    <a:pt x="2251837" y="1267206"/>
                    <a:pt x="2209800" y="1267206"/>
                  </a:cubicBezTo>
                  <a:lnTo>
                    <a:pt x="76200" y="1267206"/>
                  </a:lnTo>
                  <a:cubicBezTo>
                    <a:pt x="34163" y="1267206"/>
                    <a:pt x="0" y="1233043"/>
                    <a:pt x="0" y="1191006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9486A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3792200" y="2925985"/>
            <a:ext cx="15621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17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3792200" y="3287935"/>
            <a:ext cx="1562100" cy="14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b="1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Partnerships for the Goals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10739723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2 · ENVIRONMENT &amp; SUSTAINABILITY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10739723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Environmental Sustainability Concepts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365635" y="914400"/>
            <a:ext cx="1874615" cy="438150"/>
            <a:chOff x="0" y="0"/>
            <a:chExt cx="2499487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99487" cy="584200"/>
            </a:xfrm>
            <a:custGeom>
              <a:avLst/>
              <a:gdLst/>
              <a:ahLst/>
              <a:cxnLst/>
              <a:rect l="l" t="t" r="r" b="b"/>
              <a:pathLst>
                <a:path w="2499487" h="584200">
                  <a:moveTo>
                    <a:pt x="50800" y="0"/>
                  </a:moveTo>
                  <a:lnTo>
                    <a:pt x="2448687" y="0"/>
                  </a:lnTo>
                  <a:cubicBezTo>
                    <a:pt x="2476754" y="0"/>
                    <a:pt x="2499487" y="22733"/>
                    <a:pt x="2499487" y="50800"/>
                  </a:cubicBezTo>
                  <a:lnTo>
                    <a:pt x="2499487" y="533400"/>
                  </a:lnTo>
                  <a:cubicBezTo>
                    <a:pt x="2499487" y="561467"/>
                    <a:pt x="2476754" y="584200"/>
                    <a:pt x="2448687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C8102E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99487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PLO6 · 6.4-A/B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Concept Applied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2781300"/>
            <a:ext cx="7829550" cy="95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environmental concept relevant to your project ]</a:t>
            </a:r>
          </a:p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awareness demonstrated 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070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Applied to the Environment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10700" y="2781300"/>
            <a:ext cx="7829550" cy="95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green technology / material used ]</a:t>
            </a:r>
          </a:p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waste, energy, or resource reduction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1042939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2 · ENVIRONMENT &amp; SUSTAINABILITY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11677650" cy="737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Innovation in Environmental Solutions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575185" y="914400"/>
            <a:ext cx="1665065" cy="438150"/>
            <a:chOff x="0" y="0"/>
            <a:chExt cx="2220087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20087" cy="584200"/>
            </a:xfrm>
            <a:custGeom>
              <a:avLst/>
              <a:gdLst/>
              <a:ahLst/>
              <a:cxnLst/>
              <a:rect l="l" t="t" r="r" b="b"/>
              <a:pathLst>
                <a:path w="2220087" h="584200">
                  <a:moveTo>
                    <a:pt x="50800" y="0"/>
                  </a:moveTo>
                  <a:lnTo>
                    <a:pt x="2169287" y="0"/>
                  </a:lnTo>
                  <a:cubicBezTo>
                    <a:pt x="2197354" y="0"/>
                    <a:pt x="2220087" y="22733"/>
                    <a:pt x="2220087" y="50800"/>
                  </a:cubicBezTo>
                  <a:lnTo>
                    <a:pt x="2220087" y="533400"/>
                  </a:lnTo>
                  <a:cubicBezTo>
                    <a:pt x="2220087" y="561467"/>
                    <a:pt x="2197354" y="584200"/>
                    <a:pt x="2169287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C8102E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220087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PLO6 · 6.4-C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2486025"/>
            <a:ext cx="8541258" cy="7077075"/>
            <a:chOff x="0" y="0"/>
            <a:chExt cx="11388344" cy="9436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88344" cy="9436100"/>
            </a:xfrm>
            <a:custGeom>
              <a:avLst/>
              <a:gdLst/>
              <a:ahLst/>
              <a:cxnLst/>
              <a:rect l="l" t="t" r="r" b="b"/>
              <a:pathLst>
                <a:path w="11388344" h="9436100">
                  <a:moveTo>
                    <a:pt x="50800" y="0"/>
                  </a:moveTo>
                  <a:lnTo>
                    <a:pt x="11337544" y="0"/>
                  </a:lnTo>
                  <a:cubicBezTo>
                    <a:pt x="11365611" y="0"/>
                    <a:pt x="11388344" y="22733"/>
                    <a:pt x="11388344" y="50800"/>
                  </a:cubicBezTo>
                  <a:lnTo>
                    <a:pt x="11388344" y="9385300"/>
                  </a:lnTo>
                  <a:cubicBezTo>
                    <a:pt x="11388344" y="9413367"/>
                    <a:pt x="11365611" y="9436100"/>
                    <a:pt x="11337544" y="9436100"/>
                  </a:cubicBezTo>
                  <a:lnTo>
                    <a:pt x="50800" y="9436100"/>
                  </a:lnTo>
                  <a:cubicBezTo>
                    <a:pt x="22733" y="9436100"/>
                    <a:pt x="0" y="9413367"/>
                    <a:pt x="0" y="9385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47750" y="2428875"/>
            <a:ext cx="8541258" cy="713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8991A3"/>
                </a:solidFill>
                <a:latin typeface="Arimo Italics"/>
                <a:ea typeface="Arimo Italics"/>
                <a:cs typeface="Arimo Italics"/>
                <a:sym typeface="Arimo Italics"/>
              </a:rPr>
              <a:t>[ Describe your innovative, sustainable idea and the data or evidence supporting its effectiveness ]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122408" y="2486025"/>
            <a:ext cx="7117842" cy="7077075"/>
            <a:chOff x="0" y="0"/>
            <a:chExt cx="9490456" cy="9436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490456" cy="9436100"/>
            </a:xfrm>
            <a:custGeom>
              <a:avLst/>
              <a:gdLst/>
              <a:ahLst/>
              <a:cxnLst/>
              <a:rect l="l" t="t" r="r" b="b"/>
              <a:pathLst>
                <a:path w="9490456" h="9436100">
                  <a:moveTo>
                    <a:pt x="50800" y="0"/>
                  </a:moveTo>
                  <a:lnTo>
                    <a:pt x="9439656" y="0"/>
                  </a:lnTo>
                  <a:cubicBezTo>
                    <a:pt x="9467724" y="0"/>
                    <a:pt x="9490456" y="22733"/>
                    <a:pt x="9490456" y="50800"/>
                  </a:cubicBezTo>
                  <a:lnTo>
                    <a:pt x="9490456" y="9385300"/>
                  </a:lnTo>
                  <a:cubicBezTo>
                    <a:pt x="9490456" y="9413367"/>
                    <a:pt x="9467724" y="9436100"/>
                    <a:pt x="9439656" y="9436100"/>
                  </a:cubicBezTo>
                  <a:lnTo>
                    <a:pt x="50800" y="9436100"/>
                  </a:lnTo>
                  <a:cubicBezTo>
                    <a:pt x="22733" y="9436100"/>
                    <a:pt x="0" y="9413367"/>
                    <a:pt x="0" y="9385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F8F8F6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9490456" cy="9436100"/>
            </a:xfrm>
            <a:custGeom>
              <a:avLst/>
              <a:gdLst/>
              <a:ahLst/>
              <a:cxnLst/>
              <a:rect l="l" t="t" r="r" b="b"/>
              <a:pathLst>
                <a:path w="9490456" h="9436100">
                  <a:moveTo>
                    <a:pt x="50800" y="0"/>
                  </a:moveTo>
                  <a:lnTo>
                    <a:pt x="9439656" y="0"/>
                  </a:lnTo>
                  <a:cubicBezTo>
                    <a:pt x="9467724" y="0"/>
                    <a:pt x="9490456" y="22733"/>
                    <a:pt x="9490456" y="50800"/>
                  </a:cubicBezTo>
                  <a:lnTo>
                    <a:pt x="9490456" y="9385300"/>
                  </a:lnTo>
                  <a:cubicBezTo>
                    <a:pt x="9490456" y="9413367"/>
                    <a:pt x="9467724" y="9436100"/>
                    <a:pt x="9439656" y="9436100"/>
                  </a:cubicBezTo>
                  <a:lnTo>
                    <a:pt x="50800" y="9436100"/>
                  </a:lnTo>
                  <a:cubicBezTo>
                    <a:pt x="22733" y="9436100"/>
                    <a:pt x="0" y="9413367"/>
                    <a:pt x="0" y="93853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142470" y="5781675"/>
            <a:ext cx="3077623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8991A3"/>
                </a:solidFill>
                <a:latin typeface="Arimo"/>
                <a:ea typeface="Arimo"/>
                <a:cs typeface="Arimo"/>
                <a:sym typeface="Arimo"/>
              </a:rPr>
              <a:t>[ prototype / demo evidence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1343206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2 · ENVIRONMENT &amp; SUSTAINABILITY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1343206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Environmental Awareness &amp; Social Responsibility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575185" y="914400"/>
            <a:ext cx="1665065" cy="438150"/>
            <a:chOff x="0" y="0"/>
            <a:chExt cx="2220087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20087" cy="584200"/>
            </a:xfrm>
            <a:custGeom>
              <a:avLst/>
              <a:gdLst/>
              <a:ahLst/>
              <a:cxnLst/>
              <a:rect l="l" t="t" r="r" b="b"/>
              <a:pathLst>
                <a:path w="2220087" h="584200">
                  <a:moveTo>
                    <a:pt x="50800" y="0"/>
                  </a:moveTo>
                  <a:lnTo>
                    <a:pt x="2169287" y="0"/>
                  </a:lnTo>
                  <a:cubicBezTo>
                    <a:pt x="2197354" y="0"/>
                    <a:pt x="2220087" y="22733"/>
                    <a:pt x="2220087" y="50800"/>
                  </a:cubicBezTo>
                  <a:lnTo>
                    <a:pt x="2220087" y="533400"/>
                  </a:lnTo>
                  <a:cubicBezTo>
                    <a:pt x="2220087" y="561467"/>
                    <a:pt x="2197354" y="584200"/>
                    <a:pt x="2169287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C8102E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220087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PLO6 · 6.4-D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5175980"/>
            <a:ext cx="16192500" cy="1554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650" lvl="1" indent="-123825" algn="l">
              <a:lnSpc>
                <a:spcPts val="3704"/>
              </a:lnSpc>
              <a:buFont typeface="Arial"/>
              <a:buChar char="•"/>
            </a:pPr>
            <a:r>
              <a:rPr lang="en-US" sz="195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regulations, policies or standards considered ]</a:t>
            </a:r>
          </a:p>
          <a:p>
            <a:pPr marL="247650" lvl="1" indent="-123825" algn="l">
              <a:lnSpc>
                <a:spcPts val="3704"/>
              </a:lnSpc>
              <a:buFont typeface="Arial"/>
              <a:buChar char="•"/>
            </a:pPr>
            <a:r>
              <a:rPr lang="en-US" sz="195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activities or campaigns you participated in / led ]</a:t>
            </a:r>
          </a:p>
          <a:p>
            <a:pPr marL="247650" lvl="1" indent="-123825" algn="l">
              <a:lnSpc>
                <a:spcPts val="3704"/>
              </a:lnSpc>
              <a:buFont typeface="Arial"/>
              <a:buChar char="•"/>
            </a:pPr>
            <a:r>
              <a:rPr lang="en-US" sz="195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long-term social, cultural or economic impact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9466993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PART 2 · ENVIRONMENT &amp; SUSTAINABILITY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9466993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Safety, Ethics &amp; Material Selection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400401" y="914400"/>
            <a:ext cx="1839849" cy="438150"/>
            <a:chOff x="0" y="0"/>
            <a:chExt cx="2453132" cy="584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3132" cy="584200"/>
            </a:xfrm>
            <a:custGeom>
              <a:avLst/>
              <a:gdLst/>
              <a:ahLst/>
              <a:cxnLst/>
              <a:rect l="l" t="t" r="r" b="b"/>
              <a:pathLst>
                <a:path w="2453132" h="584200">
                  <a:moveTo>
                    <a:pt x="50800" y="0"/>
                  </a:moveTo>
                  <a:lnTo>
                    <a:pt x="2402332" y="0"/>
                  </a:lnTo>
                  <a:cubicBezTo>
                    <a:pt x="2430399" y="0"/>
                    <a:pt x="2453132" y="22733"/>
                    <a:pt x="2453132" y="50800"/>
                  </a:cubicBezTo>
                  <a:lnTo>
                    <a:pt x="2453132" y="533400"/>
                  </a:lnTo>
                  <a:cubicBezTo>
                    <a:pt x="2453132" y="561467"/>
                    <a:pt x="2430399" y="584200"/>
                    <a:pt x="2402332" y="584200"/>
                  </a:cubicBezTo>
                  <a:lnTo>
                    <a:pt x="50800" y="584200"/>
                  </a:lnTo>
                  <a:cubicBezTo>
                    <a:pt x="22733" y="584200"/>
                    <a:pt x="0" y="561467"/>
                    <a:pt x="0" y="533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C8102E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53132" cy="6413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PLO6 · 6.4-E/F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Safety &amp; Ethics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7750" y="2914650"/>
            <a:ext cx="7829550" cy="6648450"/>
            <a:chOff x="0" y="0"/>
            <a:chExt cx="10439400" cy="8864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39400" cy="8864600"/>
            </a:xfrm>
            <a:custGeom>
              <a:avLst/>
              <a:gdLst/>
              <a:ahLst/>
              <a:cxnLst/>
              <a:rect l="l" t="t" r="r" b="b"/>
              <a:pathLst>
                <a:path w="10439400" h="8864600">
                  <a:moveTo>
                    <a:pt x="50800" y="0"/>
                  </a:moveTo>
                  <a:lnTo>
                    <a:pt x="10388600" y="0"/>
                  </a:lnTo>
                  <a:cubicBezTo>
                    <a:pt x="10416667" y="0"/>
                    <a:pt x="10439400" y="22733"/>
                    <a:pt x="10439400" y="50800"/>
                  </a:cubicBezTo>
                  <a:lnTo>
                    <a:pt x="10439400" y="8813800"/>
                  </a:lnTo>
                  <a:cubicBezTo>
                    <a:pt x="10439400" y="8841867"/>
                    <a:pt x="10416667" y="8864600"/>
                    <a:pt x="10388600" y="8864600"/>
                  </a:cubicBezTo>
                  <a:lnTo>
                    <a:pt x="50800" y="8864600"/>
                  </a:lnTo>
                  <a:cubicBezTo>
                    <a:pt x="22733" y="8864600"/>
                    <a:pt x="0" y="8841867"/>
                    <a:pt x="0" y="88138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439400" cy="8921750"/>
            </a:xfrm>
            <a:prstGeom prst="rect">
              <a:avLst/>
            </a:prstGeom>
          </p:spPr>
          <p:txBody>
            <a:bodyPr lIns="304800" tIns="304800" rIns="304800" bIns="3048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i="1">
                  <a:solidFill>
                    <a:srgbClr val="8991A3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[ safety standards and ethical practices applied ]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41070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Sustainable Material Selection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10700" y="2914650"/>
            <a:ext cx="7829550" cy="6648450"/>
            <a:chOff x="0" y="0"/>
            <a:chExt cx="10439400" cy="8864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39400" cy="8864600"/>
            </a:xfrm>
            <a:custGeom>
              <a:avLst/>
              <a:gdLst/>
              <a:ahLst/>
              <a:cxnLst/>
              <a:rect l="l" t="t" r="r" b="b"/>
              <a:pathLst>
                <a:path w="10439400" h="8864600">
                  <a:moveTo>
                    <a:pt x="50800" y="0"/>
                  </a:moveTo>
                  <a:lnTo>
                    <a:pt x="10388600" y="0"/>
                  </a:lnTo>
                  <a:cubicBezTo>
                    <a:pt x="10416667" y="0"/>
                    <a:pt x="10439400" y="22733"/>
                    <a:pt x="10439400" y="50800"/>
                  </a:cubicBezTo>
                  <a:lnTo>
                    <a:pt x="10439400" y="8813800"/>
                  </a:lnTo>
                  <a:cubicBezTo>
                    <a:pt x="10439400" y="8841867"/>
                    <a:pt x="10416667" y="8864600"/>
                    <a:pt x="10388600" y="8864600"/>
                  </a:cubicBezTo>
                  <a:lnTo>
                    <a:pt x="50800" y="8864600"/>
                  </a:lnTo>
                  <a:cubicBezTo>
                    <a:pt x="22733" y="8864600"/>
                    <a:pt x="0" y="8841867"/>
                    <a:pt x="0" y="88138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7CDD8"/>
              </a:solidFill>
              <a:prstDash val="dash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0439400" cy="8921750"/>
            </a:xfrm>
            <a:prstGeom prst="rect">
              <a:avLst/>
            </a:prstGeom>
          </p:spPr>
          <p:txBody>
            <a:bodyPr lIns="304800" tIns="304800" rIns="304800" bIns="304800" rtlCol="0" anchor="t"/>
            <a:lstStyle/>
            <a:p>
              <a:pPr algn="l">
                <a:lnSpc>
                  <a:spcPts val="2310"/>
                </a:lnSpc>
              </a:pPr>
              <a:r>
                <a:rPr lang="en-US" sz="1650" i="1">
                  <a:solidFill>
                    <a:srgbClr val="8991A3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[ material / component choices justified by sustainability &amp; efficiency ]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5024"/>
            <a:ext cx="18288000" cy="10287000"/>
          </a:xfrm>
          <a:prstGeom prst="rect">
            <a:avLst/>
          </a:prstGeom>
          <a:solidFill>
            <a:srgbClr val="0A2545"/>
          </a:solid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2418724" y="2565232"/>
            <a:ext cx="13450551" cy="6833745"/>
            <a:chOff x="0" y="0"/>
            <a:chExt cx="17934068" cy="9111659"/>
          </a:xfrm>
        </p:grpSpPr>
        <p:sp>
          <p:nvSpPr>
            <p:cNvPr id="4" name="TextBox 4"/>
            <p:cNvSpPr txBox="1"/>
            <p:nvPr/>
          </p:nvSpPr>
          <p:spPr>
            <a:xfrm rot="-347998">
              <a:off x="344157" y="2549348"/>
              <a:ext cx="16154978" cy="4124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915"/>
                </a:lnSpc>
              </a:pPr>
              <a:r>
                <a:rPr lang="en-US" sz="28937">
                  <a:solidFill>
                    <a:srgbClr val="0171D3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Thank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298228" y="4835209"/>
              <a:ext cx="15635840" cy="4276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506"/>
                </a:lnSpc>
              </a:pPr>
              <a:r>
                <a:rPr lang="en-US" sz="30010">
                  <a:solidFill>
                    <a:srgbClr val="0171D3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you!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861474" y="7833806"/>
            <a:ext cx="2896934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A9C2E6"/>
                </a:solidFill>
                <a:latin typeface="Helvetica"/>
                <a:ea typeface="Helvetica"/>
                <a:cs typeface="Helvetica"/>
                <a:sym typeface="Helvetica"/>
              </a:rPr>
              <a:t>Questions &amp; Answers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548913" y="1028700"/>
            <a:ext cx="7189984" cy="1943100"/>
            <a:chOff x="0" y="0"/>
            <a:chExt cx="9586646" cy="25908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590800" cy="2590800"/>
              <a:chOff x="0" y="0"/>
              <a:chExt cx="1600200" cy="16002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60020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1600200">
                    <a:moveTo>
                      <a:pt x="800100" y="0"/>
                    </a:moveTo>
                    <a:cubicBezTo>
                      <a:pt x="1241933" y="0"/>
                      <a:pt x="1600200" y="358267"/>
                      <a:pt x="1600200" y="800100"/>
                    </a:cubicBezTo>
                    <a:cubicBezTo>
                      <a:pt x="1600200" y="1241933"/>
                      <a:pt x="1241933" y="1600200"/>
                      <a:pt x="800100" y="1600200"/>
                    </a:cubicBezTo>
                    <a:cubicBezTo>
                      <a:pt x="358267" y="1600200"/>
                      <a:pt x="0" y="1241933"/>
                      <a:pt x="0" y="800100"/>
                    </a:cubicBezTo>
                    <a:cubicBezTo>
                      <a:pt x="0" y="358267"/>
                      <a:pt x="358267" y="0"/>
                      <a:pt x="8001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9000" r="9000"/>
                </a:stretch>
              </a:blipFill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916252" y="283178"/>
              <a:ext cx="7670393" cy="2024444"/>
              <a:chOff x="0" y="0"/>
              <a:chExt cx="4330700" cy="1143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3307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1143000">
                    <a:moveTo>
                      <a:pt x="101600" y="0"/>
                    </a:moveTo>
                    <a:lnTo>
                      <a:pt x="4229100" y="0"/>
                    </a:lnTo>
                    <a:cubicBezTo>
                      <a:pt x="4285234" y="0"/>
                      <a:pt x="4330700" y="45466"/>
                      <a:pt x="4330700" y="101600"/>
                    </a:cubicBezTo>
                    <a:lnTo>
                      <a:pt x="4330700" y="1041400"/>
                    </a:lnTo>
                    <a:cubicBezTo>
                      <a:pt x="4330700" y="1097534"/>
                      <a:pt x="4285234" y="1143000"/>
                      <a:pt x="4229100" y="1143000"/>
                    </a:cubicBezTo>
                    <a:lnTo>
                      <a:pt x="101600" y="1143000"/>
                    </a:lnTo>
                    <a:cubicBezTo>
                      <a:pt x="45466" y="1143000"/>
                      <a:pt x="0" y="1097534"/>
                      <a:pt x="0" y="1041400"/>
                    </a:cubicBezTo>
                    <a:lnTo>
                      <a:pt x="0" y="101600"/>
                    </a:lnTo>
                    <a:cubicBezTo>
                      <a:pt x="0" y="45466"/>
                      <a:pt x="45466" y="0"/>
                      <a:pt x="1016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t="7083" b="7084"/>
                </a:stretch>
              </a:blipFill>
            </p:spPr>
            <p:txBody>
              <a:bodyPr/>
              <a:lstStyle/>
              <a:p>
                <a:endParaRPr lang="en-MY"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6"/>
          </a:solidFill>
        </p:spPr>
        <p:txBody>
          <a:bodyPr/>
          <a:lstStyle/>
          <a:p>
            <a:endParaRPr lang="en-MY"/>
          </a:p>
        </p:txBody>
      </p:sp>
      <p:sp>
        <p:nvSpPr>
          <p:cNvPr id="3" name="TextBox 3"/>
          <p:cNvSpPr txBox="1"/>
          <p:nvPr/>
        </p:nvSpPr>
        <p:spPr>
          <a:xfrm>
            <a:off x="1047750" y="857250"/>
            <a:ext cx="16192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CLOSING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1228725"/>
            <a:ext cx="161925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A2545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Recommendations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775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23A6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Summary of 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7750" y="2781300"/>
            <a:ext cx="7829550" cy="95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objectives achieved ]</a:t>
            </a:r>
          </a:p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key results 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10700" y="2438400"/>
            <a:ext cx="7829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C8102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Future Recommendations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10700" y="2781300"/>
            <a:ext cx="7829550" cy="95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improvements for next iteration ]</a:t>
            </a:r>
          </a:p>
          <a:p>
            <a:pPr marL="247649" lvl="1" indent="-123825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B5566"/>
                </a:solidFill>
                <a:latin typeface="Helvetica"/>
                <a:ea typeface="Helvetica"/>
                <a:cs typeface="Helvetica"/>
                <a:sym typeface="Helvetica"/>
              </a:rPr>
              <a:t>[ possible extensions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Presentation Template</dc:title>
  <cp:revision>1</cp:revision>
  <dcterms:created xsi:type="dcterms:W3CDTF">2006-08-16T00:00:00Z</dcterms:created>
  <dcterms:modified xsi:type="dcterms:W3CDTF">2026-08-07T03:50:22Z</dcterms:modified>
  <dc:identifier>DAHP7QtPNLc</dc:identifier>
</cp:coreProperties>
</file>